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둥근펜 Bold" charset="1" panose="020B0500000000000000"/>
      <p:regular r:id="rId16"/>
    </p:embeddedFont>
    <p:embeddedFont>
      <p:font typeface="둥근펜" charset="1" panose="020B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AEFF0"/>
        </a:solidFill>
      </p:bgPr>
    </p:bg>
    <p:spTree>
      <p:nvGrpSpPr>
        <p:cNvPr id="1" name=""/>
        <p:cNvGrpSpPr/>
        <p:nvPr/>
      </p:nvGrpSpPr>
      <p:grpSpPr>
        <a:xfrm>
          <a:off x="0" y="0"/>
          <a:ext cx="0" cy="0"/>
          <a:chOff x="0" y="0"/>
          <a:chExt cx="0" cy="0"/>
        </a:xfrm>
      </p:grpSpPr>
      <p:grpSp>
        <p:nvGrpSpPr>
          <p:cNvPr name="Group 2" id="2"/>
          <p:cNvGrpSpPr/>
          <p:nvPr/>
        </p:nvGrpSpPr>
        <p:grpSpPr>
          <a:xfrm rot="0">
            <a:off x="461169" y="408679"/>
            <a:ext cx="17365662" cy="9469643"/>
            <a:chOff x="0" y="0"/>
            <a:chExt cx="4573672" cy="2494062"/>
          </a:xfrm>
        </p:grpSpPr>
        <p:sp>
          <p:nvSpPr>
            <p:cNvPr name="Freeform 3" id="3"/>
            <p:cNvSpPr/>
            <p:nvPr/>
          </p:nvSpPr>
          <p:spPr>
            <a:xfrm flipH="false" flipV="false" rot="0">
              <a:off x="0" y="0"/>
              <a:ext cx="4573672" cy="2494062"/>
            </a:xfrm>
            <a:custGeom>
              <a:avLst/>
              <a:gdLst/>
              <a:ahLst/>
              <a:cxnLst/>
              <a:rect r="r" b="b" t="t" l="l"/>
              <a:pathLst>
                <a:path h="2494062" w="4573672">
                  <a:moveTo>
                    <a:pt x="0" y="0"/>
                  </a:moveTo>
                  <a:lnTo>
                    <a:pt x="4573672" y="0"/>
                  </a:lnTo>
                  <a:lnTo>
                    <a:pt x="4573672" y="2494062"/>
                  </a:lnTo>
                  <a:lnTo>
                    <a:pt x="0" y="2494062"/>
                  </a:lnTo>
                  <a:close/>
                </a:path>
              </a:pathLst>
            </a:custGeom>
            <a:solidFill>
              <a:srgbClr val="FFFFFF"/>
            </a:solidFill>
            <a:ln w="9525" cap="sq">
              <a:solidFill>
                <a:srgbClr val="000000"/>
              </a:solidFill>
              <a:prstDash val="solid"/>
              <a:miter/>
            </a:ln>
          </p:spPr>
        </p:sp>
        <p:sp>
          <p:nvSpPr>
            <p:cNvPr name="TextBox 4" id="4"/>
            <p:cNvSpPr txBox="true"/>
            <p:nvPr/>
          </p:nvSpPr>
          <p:spPr>
            <a:xfrm>
              <a:off x="0" y="-95250"/>
              <a:ext cx="4573672" cy="2589312"/>
            </a:xfrm>
            <a:prstGeom prst="rect">
              <a:avLst/>
            </a:prstGeom>
          </p:spPr>
          <p:txBody>
            <a:bodyPr anchor="ctr" rtlCol="false" tIns="50800" lIns="50800" bIns="50800" rIns="50800"/>
            <a:lstStyle/>
            <a:p>
              <a:pPr algn="ctr">
                <a:lnSpc>
                  <a:spcPts val="4049"/>
                </a:lnSpc>
              </a:pPr>
            </a:p>
          </p:txBody>
        </p:sp>
      </p:grpSp>
      <p:sp>
        <p:nvSpPr>
          <p:cNvPr name="AutoShape 5" id="5"/>
          <p:cNvSpPr/>
          <p:nvPr/>
        </p:nvSpPr>
        <p:spPr>
          <a:xfrm>
            <a:off x="1028700" y="8585420"/>
            <a:ext cx="16230600" cy="0"/>
          </a:xfrm>
          <a:prstGeom prst="line">
            <a:avLst/>
          </a:prstGeom>
          <a:ln cap="flat" w="9525">
            <a:solidFill>
              <a:srgbClr val="000000"/>
            </a:solidFill>
            <a:prstDash val="solid"/>
            <a:headEnd type="none" len="sm" w="sm"/>
            <a:tailEnd type="none" len="sm" w="sm"/>
          </a:ln>
        </p:spPr>
      </p:sp>
      <p:sp>
        <p:nvSpPr>
          <p:cNvPr name="TextBox 6" id="6"/>
          <p:cNvSpPr txBox="true"/>
          <p:nvPr/>
        </p:nvSpPr>
        <p:spPr>
          <a:xfrm rot="0">
            <a:off x="3388285" y="3635105"/>
            <a:ext cx="11874435" cy="1371600"/>
          </a:xfrm>
          <a:prstGeom prst="rect">
            <a:avLst/>
          </a:prstGeom>
        </p:spPr>
        <p:txBody>
          <a:bodyPr anchor="t" rtlCol="false" tIns="0" lIns="0" bIns="0" rIns="0">
            <a:spAutoFit/>
          </a:bodyPr>
          <a:lstStyle/>
          <a:p>
            <a:pPr algn="ctr">
              <a:lnSpc>
                <a:spcPts val="10831"/>
              </a:lnSpc>
            </a:pPr>
            <a:r>
              <a:rPr lang="en-US" b="true" sz="9025">
                <a:solidFill>
                  <a:srgbClr val="000000"/>
                </a:solidFill>
                <a:latin typeface="둥근펜 Bold"/>
                <a:ea typeface="둥근펜 Bold"/>
                <a:cs typeface="둥근펜 Bold"/>
                <a:sym typeface="둥근펜 Bold"/>
              </a:rPr>
              <a:t>심플한 레이아웃</a:t>
            </a:r>
          </a:p>
        </p:txBody>
      </p:sp>
      <p:sp>
        <p:nvSpPr>
          <p:cNvPr name="TextBox 7" id="7"/>
          <p:cNvSpPr txBox="true"/>
          <p:nvPr/>
        </p:nvSpPr>
        <p:spPr>
          <a:xfrm rot="0">
            <a:off x="3388285" y="5130963"/>
            <a:ext cx="11874435" cy="1371600"/>
          </a:xfrm>
          <a:prstGeom prst="rect">
            <a:avLst/>
          </a:prstGeom>
        </p:spPr>
        <p:txBody>
          <a:bodyPr anchor="t" rtlCol="false" tIns="0" lIns="0" bIns="0" rIns="0">
            <a:spAutoFit/>
          </a:bodyPr>
          <a:lstStyle/>
          <a:p>
            <a:pPr algn="ctr">
              <a:lnSpc>
                <a:spcPts val="10831"/>
              </a:lnSpc>
            </a:pPr>
            <a:r>
              <a:rPr lang="en-US" b="true" sz="9025">
                <a:solidFill>
                  <a:srgbClr val="0B5BDB"/>
                </a:solidFill>
                <a:latin typeface="둥근펜 Bold"/>
                <a:ea typeface="둥근펜 Bold"/>
                <a:cs typeface="둥근펜 Bold"/>
                <a:sym typeface="둥근펜 Bold"/>
              </a:rPr>
              <a:t>프레젠테이션</a:t>
            </a:r>
          </a:p>
        </p:txBody>
      </p:sp>
      <p:sp>
        <p:nvSpPr>
          <p:cNvPr name="TextBox 8" id="8"/>
          <p:cNvSpPr txBox="true"/>
          <p:nvPr/>
        </p:nvSpPr>
        <p:spPr>
          <a:xfrm rot="0">
            <a:off x="1157751" y="8859669"/>
            <a:ext cx="5864534" cy="503923"/>
          </a:xfrm>
          <a:prstGeom prst="rect">
            <a:avLst/>
          </a:prstGeom>
        </p:spPr>
        <p:txBody>
          <a:bodyPr anchor="t" rtlCol="false" tIns="0" lIns="0" bIns="0" rIns="0">
            <a:spAutoFit/>
          </a:bodyPr>
          <a:lstStyle/>
          <a:p>
            <a:pPr algn="l" marL="0" indent="0" lvl="0">
              <a:lnSpc>
                <a:spcPts val="4349"/>
              </a:lnSpc>
            </a:pPr>
            <a:r>
              <a:rPr lang="en-US" b="true" sz="2806">
                <a:solidFill>
                  <a:srgbClr val="000000"/>
                </a:solidFill>
                <a:latin typeface="둥근펜 Bold"/>
                <a:ea typeface="둥근펜 Bold"/>
                <a:cs typeface="둥근펜 Bold"/>
                <a:sym typeface="둥근펜 Bold"/>
              </a:rPr>
              <a:t>깔끔한 슬라이드로 정돈된 구성</a:t>
            </a:r>
          </a:p>
        </p:txBody>
      </p:sp>
      <p:sp>
        <p:nvSpPr>
          <p:cNvPr name="TextBox 9" id="9"/>
          <p:cNvSpPr txBox="true"/>
          <p:nvPr/>
        </p:nvSpPr>
        <p:spPr>
          <a:xfrm rot="0">
            <a:off x="14380160" y="8897769"/>
            <a:ext cx="2714904" cy="438785"/>
          </a:xfrm>
          <a:prstGeom prst="rect">
            <a:avLst/>
          </a:prstGeom>
        </p:spPr>
        <p:txBody>
          <a:bodyPr anchor="t" rtlCol="false" tIns="0" lIns="0" bIns="0" rIns="0">
            <a:spAutoFit/>
          </a:bodyPr>
          <a:lstStyle/>
          <a:p>
            <a:pPr algn="r">
              <a:lnSpc>
                <a:spcPts val="3639"/>
              </a:lnSpc>
            </a:pPr>
            <a:r>
              <a:rPr lang="en-US" b="true" sz="2599" spc="137">
                <a:solidFill>
                  <a:srgbClr val="000000"/>
                </a:solidFill>
                <a:latin typeface="둥근펜 Bold"/>
                <a:ea typeface="둥근펜 Bold"/>
                <a:cs typeface="둥근펜 Bold"/>
                <a:sym typeface="둥근펜 Bold"/>
              </a:rPr>
              <a:t>2030/07/20</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AEFF0"/>
        </a:solidFill>
      </p:bgPr>
    </p:bg>
    <p:spTree>
      <p:nvGrpSpPr>
        <p:cNvPr id="1" name=""/>
        <p:cNvGrpSpPr/>
        <p:nvPr/>
      </p:nvGrpSpPr>
      <p:grpSpPr>
        <a:xfrm>
          <a:off x="0" y="0"/>
          <a:ext cx="0" cy="0"/>
          <a:chOff x="0" y="0"/>
          <a:chExt cx="0" cy="0"/>
        </a:xfrm>
      </p:grpSpPr>
      <p:grpSp>
        <p:nvGrpSpPr>
          <p:cNvPr name="Group 2" id="2"/>
          <p:cNvGrpSpPr/>
          <p:nvPr/>
        </p:nvGrpSpPr>
        <p:grpSpPr>
          <a:xfrm rot="0">
            <a:off x="461169" y="408679"/>
            <a:ext cx="17365662" cy="9469643"/>
            <a:chOff x="0" y="0"/>
            <a:chExt cx="4573672" cy="2494062"/>
          </a:xfrm>
        </p:grpSpPr>
        <p:sp>
          <p:nvSpPr>
            <p:cNvPr name="Freeform 3" id="3"/>
            <p:cNvSpPr/>
            <p:nvPr/>
          </p:nvSpPr>
          <p:spPr>
            <a:xfrm flipH="false" flipV="false" rot="0">
              <a:off x="0" y="0"/>
              <a:ext cx="4573672" cy="2494062"/>
            </a:xfrm>
            <a:custGeom>
              <a:avLst/>
              <a:gdLst/>
              <a:ahLst/>
              <a:cxnLst/>
              <a:rect r="r" b="b" t="t" l="l"/>
              <a:pathLst>
                <a:path h="2494062" w="4573672">
                  <a:moveTo>
                    <a:pt x="0" y="0"/>
                  </a:moveTo>
                  <a:lnTo>
                    <a:pt x="4573672" y="0"/>
                  </a:lnTo>
                  <a:lnTo>
                    <a:pt x="4573672" y="2494062"/>
                  </a:lnTo>
                  <a:lnTo>
                    <a:pt x="0" y="2494062"/>
                  </a:lnTo>
                  <a:close/>
                </a:path>
              </a:pathLst>
            </a:custGeom>
            <a:solidFill>
              <a:srgbClr val="FFFFFF"/>
            </a:solidFill>
            <a:ln w="9525" cap="sq">
              <a:solidFill>
                <a:srgbClr val="000000"/>
              </a:solidFill>
              <a:prstDash val="solid"/>
              <a:miter/>
            </a:ln>
          </p:spPr>
        </p:sp>
        <p:sp>
          <p:nvSpPr>
            <p:cNvPr name="TextBox 4" id="4"/>
            <p:cNvSpPr txBox="true"/>
            <p:nvPr/>
          </p:nvSpPr>
          <p:spPr>
            <a:xfrm>
              <a:off x="0" y="-95250"/>
              <a:ext cx="4573672" cy="2589312"/>
            </a:xfrm>
            <a:prstGeom prst="rect">
              <a:avLst/>
            </a:prstGeom>
          </p:spPr>
          <p:txBody>
            <a:bodyPr anchor="ctr" rtlCol="false" tIns="50800" lIns="50800" bIns="50800" rIns="50800"/>
            <a:lstStyle/>
            <a:p>
              <a:pPr algn="ctr">
                <a:lnSpc>
                  <a:spcPts val="4049"/>
                </a:lnSpc>
              </a:pPr>
            </a:p>
          </p:txBody>
        </p:sp>
      </p:grpSp>
      <p:sp>
        <p:nvSpPr>
          <p:cNvPr name="AutoShape 5" id="5"/>
          <p:cNvSpPr/>
          <p:nvPr/>
        </p:nvSpPr>
        <p:spPr>
          <a:xfrm>
            <a:off x="1298957" y="2326098"/>
            <a:ext cx="15690087" cy="0"/>
          </a:xfrm>
          <a:prstGeom prst="line">
            <a:avLst/>
          </a:prstGeom>
          <a:ln cap="flat" w="28575">
            <a:solidFill>
              <a:srgbClr val="000000"/>
            </a:solidFill>
            <a:prstDash val="solid"/>
            <a:headEnd type="none" len="sm" w="sm"/>
            <a:tailEnd type="none" len="sm" w="sm"/>
          </a:ln>
        </p:spPr>
      </p:sp>
      <p:sp>
        <p:nvSpPr>
          <p:cNvPr name="TextBox 6" id="6"/>
          <p:cNvSpPr txBox="true"/>
          <p:nvPr/>
        </p:nvSpPr>
        <p:spPr>
          <a:xfrm rot="0">
            <a:off x="5830310" y="1292442"/>
            <a:ext cx="6627379" cy="752512"/>
          </a:xfrm>
          <a:prstGeom prst="rect">
            <a:avLst/>
          </a:prstGeom>
        </p:spPr>
        <p:txBody>
          <a:bodyPr anchor="t" rtlCol="false" tIns="0" lIns="0" bIns="0" rIns="0">
            <a:spAutoFit/>
          </a:bodyPr>
          <a:lstStyle/>
          <a:p>
            <a:pPr algn="ctr">
              <a:lnSpc>
                <a:spcPts val="5999"/>
              </a:lnSpc>
            </a:pPr>
            <a:r>
              <a:rPr lang="en-US" b="true" sz="4999">
                <a:solidFill>
                  <a:srgbClr val="0B5BDB"/>
                </a:solidFill>
                <a:latin typeface="둥근펜 Bold"/>
                <a:ea typeface="둥근펜 Bold"/>
                <a:cs typeface="둥근펜 Bold"/>
                <a:sym typeface="둥근펜 Bold"/>
              </a:rPr>
              <a:t>목차</a:t>
            </a:r>
          </a:p>
        </p:txBody>
      </p:sp>
      <p:sp>
        <p:nvSpPr>
          <p:cNvPr name="TextBox 7" id="7"/>
          <p:cNvSpPr txBox="true"/>
          <p:nvPr/>
        </p:nvSpPr>
        <p:spPr>
          <a:xfrm rot="0">
            <a:off x="2186108" y="5150410"/>
            <a:ext cx="4350015" cy="497052"/>
          </a:xfrm>
          <a:prstGeom prst="rect">
            <a:avLst/>
          </a:prstGeom>
        </p:spPr>
        <p:txBody>
          <a:bodyPr anchor="t" rtlCol="false" tIns="0" lIns="0" bIns="0" rIns="0">
            <a:spAutoFit/>
          </a:bodyPr>
          <a:lstStyle/>
          <a:p>
            <a:pPr algn="ctr">
              <a:lnSpc>
                <a:spcPts val="3854"/>
              </a:lnSpc>
            </a:pPr>
            <a:r>
              <a:rPr lang="en-US" b="true" sz="3411" spc="-221">
                <a:solidFill>
                  <a:srgbClr val="222222"/>
                </a:solidFill>
                <a:latin typeface="둥근펜 Bold"/>
                <a:ea typeface="둥근펜 Bold"/>
                <a:cs typeface="둥근펜 Bold"/>
                <a:sym typeface="둥근펜 Bold"/>
              </a:rPr>
              <a:t>핵심키워드</a:t>
            </a:r>
          </a:p>
        </p:txBody>
      </p:sp>
      <p:sp>
        <p:nvSpPr>
          <p:cNvPr name="TextBox 8" id="8"/>
          <p:cNvSpPr txBox="true"/>
          <p:nvPr/>
        </p:nvSpPr>
        <p:spPr>
          <a:xfrm rot="0">
            <a:off x="2186108" y="8076789"/>
            <a:ext cx="4350015" cy="497052"/>
          </a:xfrm>
          <a:prstGeom prst="rect">
            <a:avLst/>
          </a:prstGeom>
        </p:spPr>
        <p:txBody>
          <a:bodyPr anchor="t" rtlCol="false" tIns="0" lIns="0" bIns="0" rIns="0">
            <a:spAutoFit/>
          </a:bodyPr>
          <a:lstStyle/>
          <a:p>
            <a:pPr algn="ctr">
              <a:lnSpc>
                <a:spcPts val="3854"/>
              </a:lnSpc>
            </a:pPr>
            <a:r>
              <a:rPr lang="en-US" b="true" sz="3411" spc="-221">
                <a:solidFill>
                  <a:srgbClr val="222222"/>
                </a:solidFill>
                <a:latin typeface="둥근펜 Bold"/>
                <a:ea typeface="둥근펜 Bold"/>
                <a:cs typeface="둥근펜 Bold"/>
                <a:sym typeface="둥근펜 Bold"/>
              </a:rPr>
              <a:t>이미지강조 레이아웃</a:t>
            </a:r>
          </a:p>
        </p:txBody>
      </p:sp>
      <p:sp>
        <p:nvSpPr>
          <p:cNvPr name="TextBox 9" id="9"/>
          <p:cNvSpPr txBox="true"/>
          <p:nvPr/>
        </p:nvSpPr>
        <p:spPr>
          <a:xfrm rot="0">
            <a:off x="7192950" y="5137283"/>
            <a:ext cx="4350015" cy="497040"/>
          </a:xfrm>
          <a:prstGeom prst="rect">
            <a:avLst/>
          </a:prstGeom>
        </p:spPr>
        <p:txBody>
          <a:bodyPr anchor="t" rtlCol="false" tIns="0" lIns="0" bIns="0" rIns="0">
            <a:spAutoFit/>
          </a:bodyPr>
          <a:lstStyle/>
          <a:p>
            <a:pPr algn="ctr">
              <a:lnSpc>
                <a:spcPts val="3853"/>
              </a:lnSpc>
            </a:pPr>
            <a:r>
              <a:rPr lang="en-US" b="true" sz="3410" spc="-221">
                <a:solidFill>
                  <a:srgbClr val="222222"/>
                </a:solidFill>
                <a:latin typeface="둥근펜 Bold"/>
                <a:ea typeface="둥근펜 Bold"/>
                <a:cs typeface="둥근펜 Bold"/>
                <a:sym typeface="둥근펜 Bold"/>
              </a:rPr>
              <a:t>핵심포인트</a:t>
            </a:r>
          </a:p>
        </p:txBody>
      </p:sp>
      <p:sp>
        <p:nvSpPr>
          <p:cNvPr name="TextBox 10" id="10"/>
          <p:cNvSpPr txBox="true"/>
          <p:nvPr/>
        </p:nvSpPr>
        <p:spPr>
          <a:xfrm rot="0">
            <a:off x="7192950" y="8063662"/>
            <a:ext cx="4350015" cy="497040"/>
          </a:xfrm>
          <a:prstGeom prst="rect">
            <a:avLst/>
          </a:prstGeom>
        </p:spPr>
        <p:txBody>
          <a:bodyPr anchor="t" rtlCol="false" tIns="0" lIns="0" bIns="0" rIns="0">
            <a:spAutoFit/>
          </a:bodyPr>
          <a:lstStyle/>
          <a:p>
            <a:pPr algn="ctr">
              <a:lnSpc>
                <a:spcPts val="3853"/>
              </a:lnSpc>
            </a:pPr>
            <a:r>
              <a:rPr lang="en-US" b="true" sz="3410" spc="-221">
                <a:solidFill>
                  <a:srgbClr val="222222"/>
                </a:solidFill>
                <a:latin typeface="둥근펜 Bold"/>
                <a:ea typeface="둥근펜 Bold"/>
                <a:cs typeface="둥근펜 Bold"/>
                <a:sym typeface="둥근펜 Bold"/>
              </a:rPr>
              <a:t>리스트강조 레이아웃</a:t>
            </a:r>
          </a:p>
        </p:txBody>
      </p:sp>
      <p:sp>
        <p:nvSpPr>
          <p:cNvPr name="TextBox 11" id="11"/>
          <p:cNvSpPr txBox="true"/>
          <p:nvPr/>
        </p:nvSpPr>
        <p:spPr>
          <a:xfrm rot="0">
            <a:off x="12179738" y="5137283"/>
            <a:ext cx="4350015" cy="497040"/>
          </a:xfrm>
          <a:prstGeom prst="rect">
            <a:avLst/>
          </a:prstGeom>
        </p:spPr>
        <p:txBody>
          <a:bodyPr anchor="t" rtlCol="false" tIns="0" lIns="0" bIns="0" rIns="0">
            <a:spAutoFit/>
          </a:bodyPr>
          <a:lstStyle/>
          <a:p>
            <a:pPr algn="ctr">
              <a:lnSpc>
                <a:spcPts val="3853"/>
              </a:lnSpc>
            </a:pPr>
            <a:r>
              <a:rPr lang="en-US" b="true" sz="3410" spc="-221">
                <a:solidFill>
                  <a:srgbClr val="222222"/>
                </a:solidFill>
                <a:latin typeface="둥근펜 Bold"/>
                <a:ea typeface="둥근펜 Bold"/>
                <a:cs typeface="둥근펜 Bold"/>
                <a:sym typeface="둥근펜 Bold"/>
              </a:rPr>
              <a:t>이미지강조와 서술</a:t>
            </a:r>
          </a:p>
        </p:txBody>
      </p:sp>
      <p:sp>
        <p:nvSpPr>
          <p:cNvPr name="TextBox 12" id="12"/>
          <p:cNvSpPr txBox="true"/>
          <p:nvPr/>
        </p:nvSpPr>
        <p:spPr>
          <a:xfrm rot="0">
            <a:off x="12179738" y="8063662"/>
            <a:ext cx="4350015" cy="497040"/>
          </a:xfrm>
          <a:prstGeom prst="rect">
            <a:avLst/>
          </a:prstGeom>
        </p:spPr>
        <p:txBody>
          <a:bodyPr anchor="t" rtlCol="false" tIns="0" lIns="0" bIns="0" rIns="0">
            <a:spAutoFit/>
          </a:bodyPr>
          <a:lstStyle/>
          <a:p>
            <a:pPr algn="ctr">
              <a:lnSpc>
                <a:spcPts val="3853"/>
              </a:lnSpc>
            </a:pPr>
            <a:r>
              <a:rPr lang="en-US" b="true" sz="3410" spc="-221">
                <a:solidFill>
                  <a:srgbClr val="222222"/>
                </a:solidFill>
                <a:latin typeface="둥근펜 Bold"/>
                <a:ea typeface="둥근펜 Bold"/>
                <a:cs typeface="둥근펜 Bold"/>
                <a:sym typeface="둥근펜 Bold"/>
              </a:rPr>
              <a:t>그래프강조 레이아웃</a:t>
            </a:r>
          </a:p>
        </p:txBody>
      </p:sp>
      <p:grpSp>
        <p:nvGrpSpPr>
          <p:cNvPr name="Group 13" id="13"/>
          <p:cNvGrpSpPr/>
          <p:nvPr/>
        </p:nvGrpSpPr>
        <p:grpSpPr>
          <a:xfrm rot="0">
            <a:off x="3804599" y="3837126"/>
            <a:ext cx="1014407" cy="101440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37570" lIns="37570" bIns="37570" rIns="37570"/>
            <a:lstStyle/>
            <a:p>
              <a:pPr algn="ctr">
                <a:lnSpc>
                  <a:spcPts val="2799"/>
                </a:lnSpc>
              </a:pPr>
            </a:p>
          </p:txBody>
        </p:sp>
      </p:grpSp>
      <p:grpSp>
        <p:nvGrpSpPr>
          <p:cNvPr name="Group 16" id="16"/>
          <p:cNvGrpSpPr/>
          <p:nvPr/>
        </p:nvGrpSpPr>
        <p:grpSpPr>
          <a:xfrm rot="0">
            <a:off x="3804599" y="6712255"/>
            <a:ext cx="1014407" cy="101440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cap="sq">
              <a:noFill/>
              <a:prstDash val="solid"/>
              <a:miter/>
            </a:ln>
          </p:spPr>
        </p:sp>
        <p:sp>
          <p:nvSpPr>
            <p:cNvPr name="TextBox 18" id="18"/>
            <p:cNvSpPr txBox="true"/>
            <p:nvPr/>
          </p:nvSpPr>
          <p:spPr>
            <a:xfrm>
              <a:off x="76200" y="38100"/>
              <a:ext cx="660400" cy="698500"/>
            </a:xfrm>
            <a:prstGeom prst="rect">
              <a:avLst/>
            </a:prstGeom>
          </p:spPr>
          <p:txBody>
            <a:bodyPr anchor="ctr" rtlCol="false" tIns="37570" lIns="37570" bIns="37570" rIns="37570"/>
            <a:lstStyle/>
            <a:p>
              <a:pPr algn="ctr">
                <a:lnSpc>
                  <a:spcPts val="2799"/>
                </a:lnSpc>
              </a:pPr>
            </a:p>
          </p:txBody>
        </p:sp>
      </p:grpSp>
      <p:grpSp>
        <p:nvGrpSpPr>
          <p:cNvPr name="Group 19" id="19"/>
          <p:cNvGrpSpPr/>
          <p:nvPr/>
        </p:nvGrpSpPr>
        <p:grpSpPr>
          <a:xfrm rot="0">
            <a:off x="8762128" y="3837126"/>
            <a:ext cx="1014407" cy="101440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cap="sq">
              <a:noFill/>
              <a:prstDash val="solid"/>
              <a:miter/>
            </a:ln>
          </p:spPr>
        </p:sp>
        <p:sp>
          <p:nvSpPr>
            <p:cNvPr name="TextBox 21" id="21"/>
            <p:cNvSpPr txBox="true"/>
            <p:nvPr/>
          </p:nvSpPr>
          <p:spPr>
            <a:xfrm>
              <a:off x="76200" y="38100"/>
              <a:ext cx="660400" cy="698500"/>
            </a:xfrm>
            <a:prstGeom prst="rect">
              <a:avLst/>
            </a:prstGeom>
          </p:spPr>
          <p:txBody>
            <a:bodyPr anchor="ctr" rtlCol="false" tIns="37570" lIns="37570" bIns="37570" rIns="37570"/>
            <a:lstStyle/>
            <a:p>
              <a:pPr algn="ctr">
                <a:lnSpc>
                  <a:spcPts val="2799"/>
                </a:lnSpc>
              </a:pPr>
            </a:p>
          </p:txBody>
        </p:sp>
      </p:grpSp>
      <p:grpSp>
        <p:nvGrpSpPr>
          <p:cNvPr name="Group 22" id="22"/>
          <p:cNvGrpSpPr/>
          <p:nvPr/>
        </p:nvGrpSpPr>
        <p:grpSpPr>
          <a:xfrm rot="0">
            <a:off x="8762128" y="6712255"/>
            <a:ext cx="1014407" cy="101440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cap="sq">
              <a:noFill/>
              <a:prstDash val="solid"/>
              <a:miter/>
            </a:ln>
          </p:spPr>
        </p:sp>
        <p:sp>
          <p:nvSpPr>
            <p:cNvPr name="TextBox 24" id="24"/>
            <p:cNvSpPr txBox="true"/>
            <p:nvPr/>
          </p:nvSpPr>
          <p:spPr>
            <a:xfrm>
              <a:off x="76200" y="38100"/>
              <a:ext cx="660400" cy="698500"/>
            </a:xfrm>
            <a:prstGeom prst="rect">
              <a:avLst/>
            </a:prstGeom>
          </p:spPr>
          <p:txBody>
            <a:bodyPr anchor="ctr" rtlCol="false" tIns="37570" lIns="37570" bIns="37570" rIns="37570"/>
            <a:lstStyle/>
            <a:p>
              <a:pPr algn="ctr">
                <a:lnSpc>
                  <a:spcPts val="2799"/>
                </a:lnSpc>
              </a:pPr>
            </a:p>
          </p:txBody>
        </p:sp>
      </p:grpSp>
      <p:grpSp>
        <p:nvGrpSpPr>
          <p:cNvPr name="Group 25" id="25"/>
          <p:cNvGrpSpPr/>
          <p:nvPr/>
        </p:nvGrpSpPr>
        <p:grpSpPr>
          <a:xfrm rot="0">
            <a:off x="13818283" y="3837126"/>
            <a:ext cx="1014407" cy="101440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cap="sq">
              <a:noFill/>
              <a:prstDash val="solid"/>
              <a:miter/>
            </a:ln>
          </p:spPr>
        </p:sp>
        <p:sp>
          <p:nvSpPr>
            <p:cNvPr name="TextBox 27" id="27"/>
            <p:cNvSpPr txBox="true"/>
            <p:nvPr/>
          </p:nvSpPr>
          <p:spPr>
            <a:xfrm>
              <a:off x="76200" y="38100"/>
              <a:ext cx="660400" cy="698500"/>
            </a:xfrm>
            <a:prstGeom prst="rect">
              <a:avLst/>
            </a:prstGeom>
          </p:spPr>
          <p:txBody>
            <a:bodyPr anchor="ctr" rtlCol="false" tIns="37570" lIns="37570" bIns="37570" rIns="37570"/>
            <a:lstStyle/>
            <a:p>
              <a:pPr algn="ctr">
                <a:lnSpc>
                  <a:spcPts val="2799"/>
                </a:lnSpc>
              </a:pPr>
            </a:p>
          </p:txBody>
        </p:sp>
      </p:grpSp>
      <p:grpSp>
        <p:nvGrpSpPr>
          <p:cNvPr name="Group 28" id="28"/>
          <p:cNvGrpSpPr/>
          <p:nvPr/>
        </p:nvGrpSpPr>
        <p:grpSpPr>
          <a:xfrm rot="0">
            <a:off x="13818283" y="6712255"/>
            <a:ext cx="1014407" cy="1014407"/>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cap="sq">
              <a:noFill/>
              <a:prstDash val="solid"/>
              <a:miter/>
            </a:ln>
          </p:spPr>
        </p:sp>
        <p:sp>
          <p:nvSpPr>
            <p:cNvPr name="TextBox 30" id="30"/>
            <p:cNvSpPr txBox="true"/>
            <p:nvPr/>
          </p:nvSpPr>
          <p:spPr>
            <a:xfrm>
              <a:off x="76200" y="38100"/>
              <a:ext cx="660400" cy="698500"/>
            </a:xfrm>
            <a:prstGeom prst="rect">
              <a:avLst/>
            </a:prstGeom>
          </p:spPr>
          <p:txBody>
            <a:bodyPr anchor="ctr" rtlCol="false" tIns="37570" lIns="37570" bIns="37570" rIns="37570"/>
            <a:lstStyle/>
            <a:p>
              <a:pPr algn="ctr">
                <a:lnSpc>
                  <a:spcPts val="2799"/>
                </a:lnSpc>
              </a:pPr>
            </a:p>
          </p:txBody>
        </p:sp>
      </p:grpSp>
      <p:sp>
        <p:nvSpPr>
          <p:cNvPr name="TextBox 31" id="31"/>
          <p:cNvSpPr txBox="true"/>
          <p:nvPr/>
        </p:nvSpPr>
        <p:spPr>
          <a:xfrm rot="0">
            <a:off x="3616406" y="4243539"/>
            <a:ext cx="1390793" cy="370812"/>
          </a:xfrm>
          <a:prstGeom prst="rect">
            <a:avLst/>
          </a:prstGeom>
        </p:spPr>
        <p:txBody>
          <a:bodyPr anchor="t" rtlCol="false" tIns="0" lIns="0" bIns="0" rIns="0">
            <a:spAutoFit/>
          </a:bodyPr>
          <a:lstStyle/>
          <a:p>
            <a:pPr algn="ctr">
              <a:lnSpc>
                <a:spcPts val="2680"/>
              </a:lnSpc>
            </a:pPr>
            <a:r>
              <a:rPr lang="en-US" b="true" sz="3229" spc="54">
                <a:solidFill>
                  <a:srgbClr val="FAFAFA"/>
                </a:solidFill>
                <a:latin typeface="둥근펜 Bold"/>
                <a:ea typeface="둥근펜 Bold"/>
                <a:cs typeface="둥근펜 Bold"/>
                <a:sym typeface="둥근펜 Bold"/>
              </a:rPr>
              <a:t>01</a:t>
            </a:r>
          </a:p>
        </p:txBody>
      </p:sp>
      <p:sp>
        <p:nvSpPr>
          <p:cNvPr name="TextBox 32" id="32"/>
          <p:cNvSpPr txBox="true"/>
          <p:nvPr/>
        </p:nvSpPr>
        <p:spPr>
          <a:xfrm rot="0">
            <a:off x="3616406" y="7118668"/>
            <a:ext cx="1390793" cy="370812"/>
          </a:xfrm>
          <a:prstGeom prst="rect">
            <a:avLst/>
          </a:prstGeom>
        </p:spPr>
        <p:txBody>
          <a:bodyPr anchor="t" rtlCol="false" tIns="0" lIns="0" bIns="0" rIns="0">
            <a:spAutoFit/>
          </a:bodyPr>
          <a:lstStyle/>
          <a:p>
            <a:pPr algn="ctr">
              <a:lnSpc>
                <a:spcPts val="2680"/>
              </a:lnSpc>
            </a:pPr>
            <a:r>
              <a:rPr lang="en-US" b="true" sz="3229" spc="54">
                <a:solidFill>
                  <a:srgbClr val="FAFAFA"/>
                </a:solidFill>
                <a:latin typeface="둥근펜 Bold"/>
                <a:ea typeface="둥근펜 Bold"/>
                <a:cs typeface="둥근펜 Bold"/>
                <a:sym typeface="둥근펜 Bold"/>
              </a:rPr>
              <a:t>04</a:t>
            </a:r>
          </a:p>
        </p:txBody>
      </p:sp>
      <p:sp>
        <p:nvSpPr>
          <p:cNvPr name="TextBox 33" id="33"/>
          <p:cNvSpPr txBox="true"/>
          <p:nvPr/>
        </p:nvSpPr>
        <p:spPr>
          <a:xfrm rot="0">
            <a:off x="8573935" y="4243539"/>
            <a:ext cx="1390793" cy="370812"/>
          </a:xfrm>
          <a:prstGeom prst="rect">
            <a:avLst/>
          </a:prstGeom>
        </p:spPr>
        <p:txBody>
          <a:bodyPr anchor="t" rtlCol="false" tIns="0" lIns="0" bIns="0" rIns="0">
            <a:spAutoFit/>
          </a:bodyPr>
          <a:lstStyle/>
          <a:p>
            <a:pPr algn="ctr">
              <a:lnSpc>
                <a:spcPts val="2680"/>
              </a:lnSpc>
            </a:pPr>
            <a:r>
              <a:rPr lang="en-US" b="true" sz="3229" spc="54">
                <a:solidFill>
                  <a:srgbClr val="FAFAFA"/>
                </a:solidFill>
                <a:latin typeface="둥근펜 Bold"/>
                <a:ea typeface="둥근펜 Bold"/>
                <a:cs typeface="둥근펜 Bold"/>
                <a:sym typeface="둥근펜 Bold"/>
              </a:rPr>
              <a:t>02</a:t>
            </a:r>
          </a:p>
        </p:txBody>
      </p:sp>
      <p:sp>
        <p:nvSpPr>
          <p:cNvPr name="TextBox 34" id="34"/>
          <p:cNvSpPr txBox="true"/>
          <p:nvPr/>
        </p:nvSpPr>
        <p:spPr>
          <a:xfrm rot="0">
            <a:off x="8573935" y="7118668"/>
            <a:ext cx="1390793" cy="370812"/>
          </a:xfrm>
          <a:prstGeom prst="rect">
            <a:avLst/>
          </a:prstGeom>
        </p:spPr>
        <p:txBody>
          <a:bodyPr anchor="t" rtlCol="false" tIns="0" lIns="0" bIns="0" rIns="0">
            <a:spAutoFit/>
          </a:bodyPr>
          <a:lstStyle/>
          <a:p>
            <a:pPr algn="ctr">
              <a:lnSpc>
                <a:spcPts val="2680"/>
              </a:lnSpc>
            </a:pPr>
            <a:r>
              <a:rPr lang="en-US" b="true" sz="3229" spc="54">
                <a:solidFill>
                  <a:srgbClr val="FAFAFA"/>
                </a:solidFill>
                <a:latin typeface="둥근펜 Bold"/>
                <a:ea typeface="둥근펜 Bold"/>
                <a:cs typeface="둥근펜 Bold"/>
                <a:sym typeface="둥근펜 Bold"/>
              </a:rPr>
              <a:t>05</a:t>
            </a:r>
          </a:p>
        </p:txBody>
      </p:sp>
      <p:sp>
        <p:nvSpPr>
          <p:cNvPr name="TextBox 35" id="35"/>
          <p:cNvSpPr txBox="true"/>
          <p:nvPr/>
        </p:nvSpPr>
        <p:spPr>
          <a:xfrm rot="0">
            <a:off x="13630090" y="4243539"/>
            <a:ext cx="1390793" cy="370812"/>
          </a:xfrm>
          <a:prstGeom prst="rect">
            <a:avLst/>
          </a:prstGeom>
        </p:spPr>
        <p:txBody>
          <a:bodyPr anchor="t" rtlCol="false" tIns="0" lIns="0" bIns="0" rIns="0">
            <a:spAutoFit/>
          </a:bodyPr>
          <a:lstStyle/>
          <a:p>
            <a:pPr algn="ctr">
              <a:lnSpc>
                <a:spcPts val="2680"/>
              </a:lnSpc>
            </a:pPr>
            <a:r>
              <a:rPr lang="en-US" b="true" sz="3229" spc="54">
                <a:solidFill>
                  <a:srgbClr val="FAFAFA"/>
                </a:solidFill>
                <a:latin typeface="둥근펜 Bold"/>
                <a:ea typeface="둥근펜 Bold"/>
                <a:cs typeface="둥근펜 Bold"/>
                <a:sym typeface="둥근펜 Bold"/>
              </a:rPr>
              <a:t>03</a:t>
            </a:r>
          </a:p>
        </p:txBody>
      </p:sp>
      <p:sp>
        <p:nvSpPr>
          <p:cNvPr name="TextBox 36" id="36"/>
          <p:cNvSpPr txBox="true"/>
          <p:nvPr/>
        </p:nvSpPr>
        <p:spPr>
          <a:xfrm rot="0">
            <a:off x="13630090" y="7118668"/>
            <a:ext cx="1390793" cy="370812"/>
          </a:xfrm>
          <a:prstGeom prst="rect">
            <a:avLst/>
          </a:prstGeom>
        </p:spPr>
        <p:txBody>
          <a:bodyPr anchor="t" rtlCol="false" tIns="0" lIns="0" bIns="0" rIns="0">
            <a:spAutoFit/>
          </a:bodyPr>
          <a:lstStyle/>
          <a:p>
            <a:pPr algn="ctr">
              <a:lnSpc>
                <a:spcPts val="2680"/>
              </a:lnSpc>
            </a:pPr>
            <a:r>
              <a:rPr lang="en-US" b="true" sz="3229" spc="54">
                <a:solidFill>
                  <a:srgbClr val="FAFAFA"/>
                </a:solidFill>
                <a:latin typeface="둥근펜 Bold"/>
                <a:ea typeface="둥근펜 Bold"/>
                <a:cs typeface="둥근펜 Bold"/>
                <a:sym typeface="둥근펜 Bold"/>
              </a:rPr>
              <a:t>06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AEFF0"/>
        </a:solidFill>
      </p:bgPr>
    </p:bg>
    <p:spTree>
      <p:nvGrpSpPr>
        <p:cNvPr id="1" name=""/>
        <p:cNvGrpSpPr/>
        <p:nvPr/>
      </p:nvGrpSpPr>
      <p:grpSpPr>
        <a:xfrm>
          <a:off x="0" y="0"/>
          <a:ext cx="0" cy="0"/>
          <a:chOff x="0" y="0"/>
          <a:chExt cx="0" cy="0"/>
        </a:xfrm>
      </p:grpSpPr>
      <p:grpSp>
        <p:nvGrpSpPr>
          <p:cNvPr name="Group 2" id="2"/>
          <p:cNvGrpSpPr/>
          <p:nvPr/>
        </p:nvGrpSpPr>
        <p:grpSpPr>
          <a:xfrm rot="0">
            <a:off x="461169" y="408679"/>
            <a:ext cx="17365662" cy="9469643"/>
            <a:chOff x="0" y="0"/>
            <a:chExt cx="4573672" cy="2494062"/>
          </a:xfrm>
        </p:grpSpPr>
        <p:sp>
          <p:nvSpPr>
            <p:cNvPr name="Freeform 3" id="3"/>
            <p:cNvSpPr/>
            <p:nvPr/>
          </p:nvSpPr>
          <p:spPr>
            <a:xfrm flipH="false" flipV="false" rot="0">
              <a:off x="0" y="0"/>
              <a:ext cx="4573672" cy="2494062"/>
            </a:xfrm>
            <a:custGeom>
              <a:avLst/>
              <a:gdLst/>
              <a:ahLst/>
              <a:cxnLst/>
              <a:rect r="r" b="b" t="t" l="l"/>
              <a:pathLst>
                <a:path h="2494062" w="4573672">
                  <a:moveTo>
                    <a:pt x="0" y="0"/>
                  </a:moveTo>
                  <a:lnTo>
                    <a:pt x="4573672" y="0"/>
                  </a:lnTo>
                  <a:lnTo>
                    <a:pt x="4573672" y="2494062"/>
                  </a:lnTo>
                  <a:lnTo>
                    <a:pt x="0" y="2494062"/>
                  </a:lnTo>
                  <a:close/>
                </a:path>
              </a:pathLst>
            </a:custGeom>
            <a:solidFill>
              <a:srgbClr val="FFFFFF"/>
            </a:solidFill>
            <a:ln w="9525" cap="sq">
              <a:solidFill>
                <a:srgbClr val="000000"/>
              </a:solidFill>
              <a:prstDash val="solid"/>
              <a:miter/>
            </a:ln>
          </p:spPr>
        </p:sp>
        <p:sp>
          <p:nvSpPr>
            <p:cNvPr name="TextBox 4" id="4"/>
            <p:cNvSpPr txBox="true"/>
            <p:nvPr/>
          </p:nvSpPr>
          <p:spPr>
            <a:xfrm>
              <a:off x="0" y="-95250"/>
              <a:ext cx="4573672" cy="2589312"/>
            </a:xfrm>
            <a:prstGeom prst="rect">
              <a:avLst/>
            </a:prstGeom>
          </p:spPr>
          <p:txBody>
            <a:bodyPr anchor="ctr" rtlCol="false" tIns="50800" lIns="50800" bIns="50800" rIns="50800"/>
            <a:lstStyle/>
            <a:p>
              <a:pPr algn="ctr">
                <a:lnSpc>
                  <a:spcPts val="4049"/>
                </a:lnSpc>
              </a:pPr>
            </a:p>
          </p:txBody>
        </p:sp>
      </p:grpSp>
      <p:grpSp>
        <p:nvGrpSpPr>
          <p:cNvPr name="Group 5" id="5"/>
          <p:cNvGrpSpPr/>
          <p:nvPr/>
        </p:nvGrpSpPr>
        <p:grpSpPr>
          <a:xfrm rot="0">
            <a:off x="7221696" y="3457845"/>
            <a:ext cx="2736927" cy="273692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w="9525" cap="sq">
              <a:solidFill>
                <a:srgbClr val="0B5BDB"/>
              </a:solidFill>
              <a:prstDash val="solid"/>
              <a:miter/>
            </a:ln>
          </p:spPr>
        </p:sp>
        <p:sp>
          <p:nvSpPr>
            <p:cNvPr name="TextBox 7" id="7"/>
            <p:cNvSpPr txBox="true"/>
            <p:nvPr/>
          </p:nvSpPr>
          <p:spPr>
            <a:xfrm>
              <a:off x="76200" y="38100"/>
              <a:ext cx="660400" cy="698500"/>
            </a:xfrm>
            <a:prstGeom prst="rect">
              <a:avLst/>
            </a:prstGeom>
          </p:spPr>
          <p:txBody>
            <a:bodyPr anchor="ctr" rtlCol="false" tIns="37570" lIns="37570" bIns="37570" rIns="37570"/>
            <a:lstStyle/>
            <a:p>
              <a:pPr algn="ctr">
                <a:lnSpc>
                  <a:spcPts val="3079"/>
                </a:lnSpc>
              </a:pPr>
            </a:p>
          </p:txBody>
        </p:sp>
      </p:grpSp>
      <p:sp>
        <p:nvSpPr>
          <p:cNvPr name="TextBox 8" id="8"/>
          <p:cNvSpPr txBox="true"/>
          <p:nvPr/>
        </p:nvSpPr>
        <p:spPr>
          <a:xfrm rot="0">
            <a:off x="6700377" y="3904826"/>
            <a:ext cx="3779565" cy="1238674"/>
          </a:xfrm>
          <a:prstGeom prst="rect">
            <a:avLst/>
          </a:prstGeom>
        </p:spPr>
        <p:txBody>
          <a:bodyPr anchor="t" rtlCol="false" tIns="0" lIns="0" bIns="0" rIns="0">
            <a:spAutoFit/>
          </a:bodyPr>
          <a:lstStyle/>
          <a:p>
            <a:pPr algn="ctr" marL="0" indent="0" lvl="0">
              <a:lnSpc>
                <a:spcPts val="10449"/>
              </a:lnSpc>
              <a:spcBef>
                <a:spcPct val="0"/>
              </a:spcBef>
            </a:pPr>
            <a:r>
              <a:rPr lang="en-US" b="true" sz="6829">
                <a:solidFill>
                  <a:srgbClr val="FFFFFF"/>
                </a:solidFill>
                <a:latin typeface="둥근펜 Bold"/>
                <a:ea typeface="둥근펜 Bold"/>
                <a:cs typeface="둥근펜 Bold"/>
                <a:sym typeface="둥근펜 Bold"/>
              </a:rPr>
              <a:t>01</a:t>
            </a:r>
          </a:p>
        </p:txBody>
      </p:sp>
      <p:grpSp>
        <p:nvGrpSpPr>
          <p:cNvPr name="Group 9" id="9"/>
          <p:cNvGrpSpPr/>
          <p:nvPr/>
        </p:nvGrpSpPr>
        <p:grpSpPr>
          <a:xfrm rot="0">
            <a:off x="10416693" y="3457845"/>
            <a:ext cx="2736927" cy="273692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w="9525" cap="sq">
              <a:solidFill>
                <a:srgbClr val="0B5BDB"/>
              </a:solidFill>
              <a:prstDash val="solid"/>
              <a:miter/>
            </a:ln>
          </p:spPr>
        </p:sp>
        <p:sp>
          <p:nvSpPr>
            <p:cNvPr name="TextBox 11" id="11"/>
            <p:cNvSpPr txBox="true"/>
            <p:nvPr/>
          </p:nvSpPr>
          <p:spPr>
            <a:xfrm>
              <a:off x="76200" y="38100"/>
              <a:ext cx="660400" cy="698500"/>
            </a:xfrm>
            <a:prstGeom prst="rect">
              <a:avLst/>
            </a:prstGeom>
          </p:spPr>
          <p:txBody>
            <a:bodyPr anchor="ctr" rtlCol="false" tIns="37570" lIns="37570" bIns="37570" rIns="37570"/>
            <a:lstStyle/>
            <a:p>
              <a:pPr algn="ctr">
                <a:lnSpc>
                  <a:spcPts val="3079"/>
                </a:lnSpc>
              </a:pPr>
            </a:p>
          </p:txBody>
        </p:sp>
      </p:grpSp>
      <p:grpSp>
        <p:nvGrpSpPr>
          <p:cNvPr name="Group 12" id="12"/>
          <p:cNvGrpSpPr/>
          <p:nvPr/>
        </p:nvGrpSpPr>
        <p:grpSpPr>
          <a:xfrm rot="0">
            <a:off x="13730797" y="3457845"/>
            <a:ext cx="2736927" cy="273692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w="9525" cap="sq">
              <a:solidFill>
                <a:srgbClr val="0B5BDB"/>
              </a:solidFill>
              <a:prstDash val="solid"/>
              <a:miter/>
            </a:ln>
          </p:spPr>
        </p:sp>
        <p:sp>
          <p:nvSpPr>
            <p:cNvPr name="TextBox 14" id="14"/>
            <p:cNvSpPr txBox="true"/>
            <p:nvPr/>
          </p:nvSpPr>
          <p:spPr>
            <a:xfrm>
              <a:off x="76200" y="38100"/>
              <a:ext cx="660400" cy="698500"/>
            </a:xfrm>
            <a:prstGeom prst="rect">
              <a:avLst/>
            </a:prstGeom>
          </p:spPr>
          <p:txBody>
            <a:bodyPr anchor="ctr" rtlCol="false" tIns="37570" lIns="37570" bIns="37570" rIns="37570"/>
            <a:lstStyle/>
            <a:p>
              <a:pPr algn="ctr">
                <a:lnSpc>
                  <a:spcPts val="3079"/>
                </a:lnSpc>
              </a:pPr>
            </a:p>
          </p:txBody>
        </p:sp>
      </p:grpSp>
      <p:grpSp>
        <p:nvGrpSpPr>
          <p:cNvPr name="Group 15" id="15"/>
          <p:cNvGrpSpPr/>
          <p:nvPr/>
        </p:nvGrpSpPr>
        <p:grpSpPr>
          <a:xfrm rot="0">
            <a:off x="1661206" y="2923022"/>
            <a:ext cx="5015305" cy="5887464"/>
            <a:chOff x="0" y="0"/>
            <a:chExt cx="812800" cy="954146"/>
          </a:xfrm>
        </p:grpSpPr>
        <p:sp>
          <p:nvSpPr>
            <p:cNvPr name="Freeform 16" id="16"/>
            <p:cNvSpPr/>
            <p:nvPr/>
          </p:nvSpPr>
          <p:spPr>
            <a:xfrm flipH="false" flipV="false" rot="0">
              <a:off x="0" y="0"/>
              <a:ext cx="812800" cy="954146"/>
            </a:xfrm>
            <a:custGeom>
              <a:avLst/>
              <a:gdLst/>
              <a:ahLst/>
              <a:cxnLst/>
              <a:rect r="r" b="b" t="t" l="l"/>
              <a:pathLst>
                <a:path h="954146" w="812800">
                  <a:moveTo>
                    <a:pt x="0" y="0"/>
                  </a:moveTo>
                  <a:lnTo>
                    <a:pt x="812800" y="0"/>
                  </a:lnTo>
                  <a:lnTo>
                    <a:pt x="812800" y="954146"/>
                  </a:lnTo>
                  <a:lnTo>
                    <a:pt x="0" y="954146"/>
                  </a:lnTo>
                  <a:close/>
                </a:path>
              </a:pathLst>
            </a:custGeom>
            <a:blipFill>
              <a:blip r:embed="rId2"/>
              <a:stretch>
                <a:fillRect l="-38042" t="0" r="-38042" b="0"/>
              </a:stretch>
            </a:blipFill>
            <a:ln w="9525" cap="sq">
              <a:solidFill>
                <a:srgbClr val="000000"/>
              </a:solidFill>
              <a:prstDash val="solid"/>
              <a:miter/>
            </a:ln>
          </p:spPr>
        </p:sp>
      </p:grpSp>
      <p:sp>
        <p:nvSpPr>
          <p:cNvPr name="AutoShape 17" id="17"/>
          <p:cNvSpPr/>
          <p:nvPr/>
        </p:nvSpPr>
        <p:spPr>
          <a:xfrm>
            <a:off x="1298957" y="2326098"/>
            <a:ext cx="15690087" cy="0"/>
          </a:xfrm>
          <a:prstGeom prst="line">
            <a:avLst/>
          </a:prstGeom>
          <a:ln cap="flat" w="28575">
            <a:solidFill>
              <a:srgbClr val="000000"/>
            </a:solidFill>
            <a:prstDash val="solid"/>
            <a:headEnd type="none" len="sm" w="sm"/>
            <a:tailEnd type="none" len="sm" w="sm"/>
          </a:ln>
        </p:spPr>
      </p:sp>
      <p:sp>
        <p:nvSpPr>
          <p:cNvPr name="TextBox 18" id="18"/>
          <p:cNvSpPr txBox="true"/>
          <p:nvPr/>
        </p:nvSpPr>
        <p:spPr>
          <a:xfrm rot="0">
            <a:off x="7221696" y="5274210"/>
            <a:ext cx="2736927" cy="403393"/>
          </a:xfrm>
          <a:prstGeom prst="rect">
            <a:avLst/>
          </a:prstGeom>
        </p:spPr>
        <p:txBody>
          <a:bodyPr anchor="t" rtlCol="false" tIns="0" lIns="0" bIns="0" rIns="0">
            <a:spAutoFit/>
          </a:bodyPr>
          <a:lstStyle/>
          <a:p>
            <a:pPr algn="ctr" marL="0" indent="0" lvl="0">
              <a:lnSpc>
                <a:spcPts val="3394"/>
              </a:lnSpc>
              <a:spcBef>
                <a:spcPct val="0"/>
              </a:spcBef>
            </a:pPr>
            <a:r>
              <a:rPr lang="en-US" b="true" sz="2218">
                <a:solidFill>
                  <a:srgbClr val="FFFFFF"/>
                </a:solidFill>
                <a:latin typeface="둥근펜 Bold"/>
                <a:ea typeface="둥근펜 Bold"/>
                <a:cs typeface="둥근펜 Bold"/>
                <a:sym typeface="둥근펜 Bold"/>
              </a:rPr>
              <a:t>핵심키워드</a:t>
            </a:r>
          </a:p>
        </p:txBody>
      </p:sp>
      <p:sp>
        <p:nvSpPr>
          <p:cNvPr name="TextBox 19" id="19"/>
          <p:cNvSpPr txBox="true"/>
          <p:nvPr/>
        </p:nvSpPr>
        <p:spPr>
          <a:xfrm rot="0">
            <a:off x="9895374" y="3904826"/>
            <a:ext cx="3779565" cy="1238674"/>
          </a:xfrm>
          <a:prstGeom prst="rect">
            <a:avLst/>
          </a:prstGeom>
        </p:spPr>
        <p:txBody>
          <a:bodyPr anchor="t" rtlCol="false" tIns="0" lIns="0" bIns="0" rIns="0">
            <a:spAutoFit/>
          </a:bodyPr>
          <a:lstStyle/>
          <a:p>
            <a:pPr algn="ctr" marL="0" indent="0" lvl="0">
              <a:lnSpc>
                <a:spcPts val="10449"/>
              </a:lnSpc>
              <a:spcBef>
                <a:spcPct val="0"/>
              </a:spcBef>
            </a:pPr>
            <a:r>
              <a:rPr lang="en-US" b="true" sz="6829">
                <a:solidFill>
                  <a:srgbClr val="FFFFFF"/>
                </a:solidFill>
                <a:latin typeface="둥근펜 Bold"/>
                <a:ea typeface="둥근펜 Bold"/>
                <a:cs typeface="둥근펜 Bold"/>
                <a:sym typeface="둥근펜 Bold"/>
              </a:rPr>
              <a:t>02</a:t>
            </a:r>
          </a:p>
        </p:txBody>
      </p:sp>
      <p:sp>
        <p:nvSpPr>
          <p:cNvPr name="TextBox 20" id="20"/>
          <p:cNvSpPr txBox="true"/>
          <p:nvPr/>
        </p:nvSpPr>
        <p:spPr>
          <a:xfrm rot="0">
            <a:off x="10472551" y="5274210"/>
            <a:ext cx="2736927" cy="403393"/>
          </a:xfrm>
          <a:prstGeom prst="rect">
            <a:avLst/>
          </a:prstGeom>
        </p:spPr>
        <p:txBody>
          <a:bodyPr anchor="t" rtlCol="false" tIns="0" lIns="0" bIns="0" rIns="0">
            <a:spAutoFit/>
          </a:bodyPr>
          <a:lstStyle/>
          <a:p>
            <a:pPr algn="ctr" marL="0" indent="0" lvl="0">
              <a:lnSpc>
                <a:spcPts val="3394"/>
              </a:lnSpc>
              <a:spcBef>
                <a:spcPct val="0"/>
              </a:spcBef>
            </a:pPr>
            <a:r>
              <a:rPr lang="en-US" b="true" sz="2218">
                <a:solidFill>
                  <a:srgbClr val="FFFFFF"/>
                </a:solidFill>
                <a:latin typeface="둥근펜 Bold"/>
                <a:ea typeface="둥근펜 Bold"/>
                <a:cs typeface="둥근펜 Bold"/>
                <a:sym typeface="둥근펜 Bold"/>
              </a:rPr>
              <a:t>핵심키워드</a:t>
            </a:r>
          </a:p>
        </p:txBody>
      </p:sp>
      <p:sp>
        <p:nvSpPr>
          <p:cNvPr name="TextBox 21" id="21"/>
          <p:cNvSpPr txBox="true"/>
          <p:nvPr/>
        </p:nvSpPr>
        <p:spPr>
          <a:xfrm rot="0">
            <a:off x="13209478" y="3904826"/>
            <a:ext cx="3779565" cy="1238674"/>
          </a:xfrm>
          <a:prstGeom prst="rect">
            <a:avLst/>
          </a:prstGeom>
        </p:spPr>
        <p:txBody>
          <a:bodyPr anchor="t" rtlCol="false" tIns="0" lIns="0" bIns="0" rIns="0">
            <a:spAutoFit/>
          </a:bodyPr>
          <a:lstStyle/>
          <a:p>
            <a:pPr algn="ctr" marL="0" indent="0" lvl="0">
              <a:lnSpc>
                <a:spcPts val="10449"/>
              </a:lnSpc>
              <a:spcBef>
                <a:spcPct val="0"/>
              </a:spcBef>
            </a:pPr>
            <a:r>
              <a:rPr lang="en-US" b="true" sz="6829">
                <a:solidFill>
                  <a:srgbClr val="FFFFFF"/>
                </a:solidFill>
                <a:latin typeface="둥근펜 Bold"/>
                <a:ea typeface="둥근펜 Bold"/>
                <a:cs typeface="둥근펜 Bold"/>
                <a:sym typeface="둥근펜 Bold"/>
              </a:rPr>
              <a:t>03</a:t>
            </a:r>
          </a:p>
        </p:txBody>
      </p:sp>
      <p:sp>
        <p:nvSpPr>
          <p:cNvPr name="TextBox 22" id="22"/>
          <p:cNvSpPr txBox="true"/>
          <p:nvPr/>
        </p:nvSpPr>
        <p:spPr>
          <a:xfrm rot="0">
            <a:off x="13730797" y="5274210"/>
            <a:ext cx="2736927" cy="403393"/>
          </a:xfrm>
          <a:prstGeom prst="rect">
            <a:avLst/>
          </a:prstGeom>
        </p:spPr>
        <p:txBody>
          <a:bodyPr anchor="t" rtlCol="false" tIns="0" lIns="0" bIns="0" rIns="0">
            <a:spAutoFit/>
          </a:bodyPr>
          <a:lstStyle/>
          <a:p>
            <a:pPr algn="ctr" marL="0" indent="0" lvl="0">
              <a:lnSpc>
                <a:spcPts val="3394"/>
              </a:lnSpc>
              <a:spcBef>
                <a:spcPct val="0"/>
              </a:spcBef>
            </a:pPr>
            <a:r>
              <a:rPr lang="en-US" b="true" sz="2218">
                <a:solidFill>
                  <a:srgbClr val="FFFFFF"/>
                </a:solidFill>
                <a:latin typeface="둥근펜 Bold"/>
                <a:ea typeface="둥근펜 Bold"/>
                <a:cs typeface="둥근펜 Bold"/>
                <a:sym typeface="둥근펜 Bold"/>
              </a:rPr>
              <a:t>핵심키워드</a:t>
            </a:r>
          </a:p>
        </p:txBody>
      </p:sp>
      <p:sp>
        <p:nvSpPr>
          <p:cNvPr name="TextBox 23" id="23"/>
          <p:cNvSpPr txBox="true"/>
          <p:nvPr/>
        </p:nvSpPr>
        <p:spPr>
          <a:xfrm rot="0">
            <a:off x="7560536" y="6996950"/>
            <a:ext cx="2059249" cy="1617128"/>
          </a:xfrm>
          <a:prstGeom prst="rect">
            <a:avLst/>
          </a:prstGeom>
        </p:spPr>
        <p:txBody>
          <a:bodyPr anchor="t" rtlCol="false" tIns="0" lIns="0" bIns="0" rIns="0">
            <a:spAutoFit/>
          </a:bodyPr>
          <a:lstStyle/>
          <a:p>
            <a:pPr algn="ctr">
              <a:lnSpc>
                <a:spcPts val="4305"/>
              </a:lnSpc>
            </a:pPr>
            <a:r>
              <a:rPr lang="en-US" sz="2948" b="true">
                <a:solidFill>
                  <a:srgbClr val="000000"/>
                </a:solidFill>
                <a:latin typeface="둥근펜 Bold"/>
                <a:ea typeface="둥근펜 Bold"/>
                <a:cs typeface="둥근펜 Bold"/>
                <a:sym typeface="둥근펜 Bold"/>
              </a:rPr>
              <a:t>명확성</a:t>
            </a:r>
          </a:p>
          <a:p>
            <a:pPr algn="ctr">
              <a:lnSpc>
                <a:spcPts val="4305"/>
              </a:lnSpc>
            </a:pPr>
            <a:r>
              <a:rPr lang="en-US" sz="2948" b="true">
                <a:solidFill>
                  <a:srgbClr val="000000"/>
                </a:solidFill>
                <a:latin typeface="둥근펜 Bold"/>
                <a:ea typeface="둥근펜 Bold"/>
                <a:cs typeface="둥근펜 Bold"/>
                <a:sym typeface="둥근펜 Bold"/>
              </a:rPr>
              <a:t> 객관성</a:t>
            </a:r>
          </a:p>
          <a:p>
            <a:pPr algn="ctr" marL="0" indent="0" lvl="0">
              <a:lnSpc>
                <a:spcPts val="4305"/>
              </a:lnSpc>
            </a:pPr>
            <a:r>
              <a:rPr lang="en-US" b="true" sz="2948">
                <a:solidFill>
                  <a:srgbClr val="000000"/>
                </a:solidFill>
                <a:latin typeface="둥근펜 Bold"/>
                <a:ea typeface="둥근펜 Bold"/>
                <a:cs typeface="둥근펜 Bold"/>
                <a:sym typeface="둥근펜 Bold"/>
              </a:rPr>
              <a:t>데이터</a:t>
            </a:r>
            <a:r>
              <a:rPr lang="en-US" b="true" sz="2948">
                <a:solidFill>
                  <a:srgbClr val="000000"/>
                </a:solidFill>
                <a:latin typeface="둥근펜 Bold"/>
                <a:ea typeface="둥근펜 Bold"/>
                <a:cs typeface="둥근펜 Bold"/>
                <a:sym typeface="둥근펜 Bold"/>
              </a:rPr>
              <a:t> 기반</a:t>
            </a:r>
          </a:p>
        </p:txBody>
      </p:sp>
      <p:sp>
        <p:nvSpPr>
          <p:cNvPr name="TextBox 24" id="24"/>
          <p:cNvSpPr txBox="true"/>
          <p:nvPr/>
        </p:nvSpPr>
        <p:spPr>
          <a:xfrm rot="0">
            <a:off x="10595192" y="6996950"/>
            <a:ext cx="2889415" cy="1617128"/>
          </a:xfrm>
          <a:prstGeom prst="rect">
            <a:avLst/>
          </a:prstGeom>
        </p:spPr>
        <p:txBody>
          <a:bodyPr anchor="t" rtlCol="false" tIns="0" lIns="0" bIns="0" rIns="0">
            <a:spAutoFit/>
          </a:bodyPr>
          <a:lstStyle/>
          <a:p>
            <a:pPr algn="ctr">
              <a:lnSpc>
                <a:spcPts val="4305"/>
              </a:lnSpc>
            </a:pPr>
            <a:r>
              <a:rPr lang="en-US" sz="2948" b="true">
                <a:solidFill>
                  <a:srgbClr val="000000"/>
                </a:solidFill>
                <a:latin typeface="둥근펜 Bold"/>
                <a:ea typeface="둥근펜 Bold"/>
                <a:cs typeface="둥근펜 Bold"/>
                <a:sym typeface="둥근펜 Bold"/>
              </a:rPr>
              <a:t>논리, 주장</a:t>
            </a:r>
          </a:p>
          <a:p>
            <a:pPr algn="ctr">
              <a:lnSpc>
                <a:spcPts val="4305"/>
              </a:lnSpc>
            </a:pPr>
            <a:r>
              <a:rPr lang="en-US" sz="2948" b="true">
                <a:solidFill>
                  <a:srgbClr val="000000"/>
                </a:solidFill>
                <a:latin typeface="둥근펜 Bold"/>
                <a:ea typeface="둥근펜 Bold"/>
                <a:cs typeface="둥근펜 Bold"/>
                <a:sym typeface="둥근펜 Bold"/>
              </a:rPr>
              <a:t>반론</a:t>
            </a:r>
            <a:r>
              <a:rPr lang="en-US" sz="2948" b="true">
                <a:solidFill>
                  <a:srgbClr val="000000"/>
                </a:solidFill>
                <a:latin typeface="둥근펜 Bold"/>
                <a:ea typeface="둥근펜 Bold"/>
                <a:cs typeface="둥근펜 Bold"/>
                <a:sym typeface="둥근펜 Bold"/>
              </a:rPr>
              <a:t> 대응</a:t>
            </a:r>
          </a:p>
          <a:p>
            <a:pPr algn="ctr" marL="0" indent="0" lvl="0">
              <a:lnSpc>
                <a:spcPts val="4305"/>
              </a:lnSpc>
            </a:pPr>
            <a:r>
              <a:rPr lang="en-US" b="true" sz="2948">
                <a:solidFill>
                  <a:srgbClr val="000000"/>
                </a:solidFill>
                <a:latin typeface="둥근펜 Bold"/>
                <a:ea typeface="둥근펜 Bold"/>
                <a:cs typeface="둥근펜 Bold"/>
                <a:sym typeface="둥근펜 Bold"/>
              </a:rPr>
              <a:t>신뢰구축</a:t>
            </a:r>
          </a:p>
        </p:txBody>
      </p:sp>
      <p:sp>
        <p:nvSpPr>
          <p:cNvPr name="TextBox 25" id="25"/>
          <p:cNvSpPr txBox="true"/>
          <p:nvPr/>
        </p:nvSpPr>
        <p:spPr>
          <a:xfrm rot="0">
            <a:off x="14100096" y="6996950"/>
            <a:ext cx="2492233" cy="1617128"/>
          </a:xfrm>
          <a:prstGeom prst="rect">
            <a:avLst/>
          </a:prstGeom>
        </p:spPr>
        <p:txBody>
          <a:bodyPr anchor="t" rtlCol="false" tIns="0" lIns="0" bIns="0" rIns="0">
            <a:spAutoFit/>
          </a:bodyPr>
          <a:lstStyle/>
          <a:p>
            <a:pPr algn="ctr">
              <a:lnSpc>
                <a:spcPts val="4305"/>
              </a:lnSpc>
            </a:pPr>
            <a:r>
              <a:rPr lang="en-US" sz="2948" b="true">
                <a:solidFill>
                  <a:srgbClr val="000000"/>
                </a:solidFill>
                <a:latin typeface="둥근펜 Bold"/>
                <a:ea typeface="둥근펜 Bold"/>
                <a:cs typeface="둥근펜 Bold"/>
                <a:sym typeface="둥근펜 Bold"/>
              </a:rPr>
              <a:t>감정 연결 </a:t>
            </a:r>
          </a:p>
          <a:p>
            <a:pPr algn="ctr">
              <a:lnSpc>
                <a:spcPts val="4305"/>
              </a:lnSpc>
            </a:pPr>
            <a:r>
              <a:rPr lang="en-US" sz="2948" b="true">
                <a:solidFill>
                  <a:srgbClr val="000000"/>
                </a:solidFill>
                <a:latin typeface="둥근펜 Bold"/>
                <a:ea typeface="둥근펜 Bold"/>
                <a:cs typeface="둥근펜 Bold"/>
                <a:sym typeface="둥근펜 Bold"/>
              </a:rPr>
              <a:t>스토리라인</a:t>
            </a:r>
          </a:p>
          <a:p>
            <a:pPr algn="ctr" marL="0" indent="0" lvl="0">
              <a:lnSpc>
                <a:spcPts val="4305"/>
              </a:lnSpc>
            </a:pPr>
            <a:r>
              <a:rPr lang="en-US" b="true" sz="2948">
                <a:solidFill>
                  <a:srgbClr val="000000"/>
                </a:solidFill>
                <a:latin typeface="둥근펜 Bold"/>
                <a:ea typeface="둥근펜 Bold"/>
                <a:cs typeface="둥근펜 Bold"/>
                <a:sym typeface="둥근펜 Bold"/>
              </a:rPr>
              <a:t>진정성</a:t>
            </a:r>
          </a:p>
        </p:txBody>
      </p:sp>
      <p:sp>
        <p:nvSpPr>
          <p:cNvPr name="TextBox 26" id="26"/>
          <p:cNvSpPr txBox="true"/>
          <p:nvPr/>
        </p:nvSpPr>
        <p:spPr>
          <a:xfrm rot="0">
            <a:off x="4658266" y="1292461"/>
            <a:ext cx="8657928" cy="752475"/>
          </a:xfrm>
          <a:prstGeom prst="rect">
            <a:avLst/>
          </a:prstGeom>
        </p:spPr>
        <p:txBody>
          <a:bodyPr anchor="t" rtlCol="false" tIns="0" lIns="0" bIns="0" rIns="0">
            <a:spAutoFit/>
          </a:bodyPr>
          <a:lstStyle/>
          <a:p>
            <a:pPr algn="ctr">
              <a:lnSpc>
                <a:spcPts val="5999"/>
              </a:lnSpc>
            </a:pPr>
            <a:r>
              <a:rPr lang="en-US" b="true" sz="4999">
                <a:solidFill>
                  <a:srgbClr val="0B5BDB"/>
                </a:solidFill>
                <a:latin typeface="둥근펜 Bold"/>
                <a:ea typeface="둥근펜 Bold"/>
                <a:cs typeface="둥근펜 Bold"/>
                <a:sym typeface="둥근펜 Bold"/>
              </a:rPr>
              <a:t>프레젠테이션의 핵심키워드</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AEFF0"/>
        </a:solidFill>
      </p:bgPr>
    </p:bg>
    <p:spTree>
      <p:nvGrpSpPr>
        <p:cNvPr id="1" name=""/>
        <p:cNvGrpSpPr/>
        <p:nvPr/>
      </p:nvGrpSpPr>
      <p:grpSpPr>
        <a:xfrm>
          <a:off x="0" y="0"/>
          <a:ext cx="0" cy="0"/>
          <a:chOff x="0" y="0"/>
          <a:chExt cx="0" cy="0"/>
        </a:xfrm>
      </p:grpSpPr>
      <p:grpSp>
        <p:nvGrpSpPr>
          <p:cNvPr name="Group 2" id="2"/>
          <p:cNvGrpSpPr/>
          <p:nvPr/>
        </p:nvGrpSpPr>
        <p:grpSpPr>
          <a:xfrm rot="0">
            <a:off x="461169" y="408679"/>
            <a:ext cx="17365662" cy="9469643"/>
            <a:chOff x="0" y="0"/>
            <a:chExt cx="4573672" cy="2494062"/>
          </a:xfrm>
        </p:grpSpPr>
        <p:sp>
          <p:nvSpPr>
            <p:cNvPr name="Freeform 3" id="3"/>
            <p:cNvSpPr/>
            <p:nvPr/>
          </p:nvSpPr>
          <p:spPr>
            <a:xfrm flipH="false" flipV="false" rot="0">
              <a:off x="0" y="0"/>
              <a:ext cx="4573672" cy="2494062"/>
            </a:xfrm>
            <a:custGeom>
              <a:avLst/>
              <a:gdLst/>
              <a:ahLst/>
              <a:cxnLst/>
              <a:rect r="r" b="b" t="t" l="l"/>
              <a:pathLst>
                <a:path h="2494062" w="4573672">
                  <a:moveTo>
                    <a:pt x="0" y="0"/>
                  </a:moveTo>
                  <a:lnTo>
                    <a:pt x="4573672" y="0"/>
                  </a:lnTo>
                  <a:lnTo>
                    <a:pt x="4573672" y="2494062"/>
                  </a:lnTo>
                  <a:lnTo>
                    <a:pt x="0" y="2494062"/>
                  </a:lnTo>
                  <a:close/>
                </a:path>
              </a:pathLst>
            </a:custGeom>
            <a:solidFill>
              <a:srgbClr val="FFFFFF"/>
            </a:solidFill>
            <a:ln w="9525" cap="sq">
              <a:solidFill>
                <a:srgbClr val="000000"/>
              </a:solidFill>
              <a:prstDash val="solid"/>
              <a:miter/>
            </a:ln>
          </p:spPr>
        </p:sp>
        <p:sp>
          <p:nvSpPr>
            <p:cNvPr name="TextBox 4" id="4"/>
            <p:cNvSpPr txBox="true"/>
            <p:nvPr/>
          </p:nvSpPr>
          <p:spPr>
            <a:xfrm>
              <a:off x="0" y="-95250"/>
              <a:ext cx="4573672" cy="2589312"/>
            </a:xfrm>
            <a:prstGeom prst="rect">
              <a:avLst/>
            </a:prstGeom>
          </p:spPr>
          <p:txBody>
            <a:bodyPr anchor="ctr" rtlCol="false" tIns="50800" lIns="50800" bIns="50800" rIns="50800"/>
            <a:lstStyle/>
            <a:p>
              <a:pPr algn="ctr">
                <a:lnSpc>
                  <a:spcPts val="4049"/>
                </a:lnSpc>
              </a:pPr>
            </a:p>
          </p:txBody>
        </p:sp>
      </p:grpSp>
      <p:sp>
        <p:nvSpPr>
          <p:cNvPr name="AutoShape 5" id="5"/>
          <p:cNvSpPr/>
          <p:nvPr/>
        </p:nvSpPr>
        <p:spPr>
          <a:xfrm>
            <a:off x="1298957" y="2326098"/>
            <a:ext cx="15690087" cy="0"/>
          </a:xfrm>
          <a:prstGeom prst="line">
            <a:avLst/>
          </a:prstGeom>
          <a:ln cap="flat" w="28575">
            <a:solidFill>
              <a:srgbClr val="000000"/>
            </a:solidFill>
            <a:prstDash val="solid"/>
            <a:headEnd type="none" len="sm" w="sm"/>
            <a:tailEnd type="none" len="sm" w="sm"/>
          </a:ln>
        </p:spPr>
      </p:sp>
      <p:grpSp>
        <p:nvGrpSpPr>
          <p:cNvPr name="Group 6" id="6"/>
          <p:cNvGrpSpPr/>
          <p:nvPr/>
        </p:nvGrpSpPr>
        <p:grpSpPr>
          <a:xfrm rot="0">
            <a:off x="1661206" y="2923022"/>
            <a:ext cx="5015305" cy="5887464"/>
            <a:chOff x="0" y="0"/>
            <a:chExt cx="812800" cy="954146"/>
          </a:xfrm>
        </p:grpSpPr>
        <p:sp>
          <p:nvSpPr>
            <p:cNvPr name="Freeform 7" id="7"/>
            <p:cNvSpPr/>
            <p:nvPr/>
          </p:nvSpPr>
          <p:spPr>
            <a:xfrm flipH="false" flipV="false" rot="0">
              <a:off x="0" y="0"/>
              <a:ext cx="812800" cy="954146"/>
            </a:xfrm>
            <a:custGeom>
              <a:avLst/>
              <a:gdLst/>
              <a:ahLst/>
              <a:cxnLst/>
              <a:rect r="r" b="b" t="t" l="l"/>
              <a:pathLst>
                <a:path h="954146" w="812800">
                  <a:moveTo>
                    <a:pt x="0" y="0"/>
                  </a:moveTo>
                  <a:lnTo>
                    <a:pt x="812800" y="0"/>
                  </a:lnTo>
                  <a:lnTo>
                    <a:pt x="812800" y="954146"/>
                  </a:lnTo>
                  <a:lnTo>
                    <a:pt x="0" y="954146"/>
                  </a:lnTo>
                  <a:close/>
                </a:path>
              </a:pathLst>
            </a:custGeom>
            <a:blipFill>
              <a:blip r:embed="rId2"/>
              <a:stretch>
                <a:fillRect l="-46299" t="0" r="-48516" b="-10568"/>
              </a:stretch>
            </a:blipFill>
            <a:ln w="9525" cap="sq">
              <a:solidFill>
                <a:srgbClr val="000000"/>
              </a:solidFill>
              <a:prstDash val="solid"/>
              <a:miter/>
            </a:ln>
          </p:spPr>
        </p:sp>
      </p:grpSp>
      <p:grpSp>
        <p:nvGrpSpPr>
          <p:cNvPr name="Group 8" id="8"/>
          <p:cNvGrpSpPr/>
          <p:nvPr/>
        </p:nvGrpSpPr>
        <p:grpSpPr>
          <a:xfrm rot="0">
            <a:off x="7221696" y="3457845"/>
            <a:ext cx="2736927" cy="273692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w="9525" cap="sq">
              <a:solidFill>
                <a:srgbClr val="0B5BDB"/>
              </a:solidFill>
              <a:prstDash val="solid"/>
              <a:miter/>
            </a:ln>
          </p:spPr>
        </p:sp>
        <p:sp>
          <p:nvSpPr>
            <p:cNvPr name="TextBox 10" id="10"/>
            <p:cNvSpPr txBox="true"/>
            <p:nvPr/>
          </p:nvSpPr>
          <p:spPr>
            <a:xfrm>
              <a:off x="76200" y="38100"/>
              <a:ext cx="660400" cy="698500"/>
            </a:xfrm>
            <a:prstGeom prst="rect">
              <a:avLst/>
            </a:prstGeom>
          </p:spPr>
          <p:txBody>
            <a:bodyPr anchor="ctr" rtlCol="false" tIns="37570" lIns="37570" bIns="37570" rIns="37570"/>
            <a:lstStyle/>
            <a:p>
              <a:pPr algn="ctr">
                <a:lnSpc>
                  <a:spcPts val="3079"/>
                </a:lnSpc>
              </a:pPr>
            </a:p>
          </p:txBody>
        </p:sp>
      </p:grpSp>
      <p:sp>
        <p:nvSpPr>
          <p:cNvPr name="TextBox 11" id="11"/>
          <p:cNvSpPr txBox="true"/>
          <p:nvPr/>
        </p:nvSpPr>
        <p:spPr>
          <a:xfrm rot="0">
            <a:off x="6700377" y="3904826"/>
            <a:ext cx="3779565" cy="1238674"/>
          </a:xfrm>
          <a:prstGeom prst="rect">
            <a:avLst/>
          </a:prstGeom>
        </p:spPr>
        <p:txBody>
          <a:bodyPr anchor="t" rtlCol="false" tIns="0" lIns="0" bIns="0" rIns="0">
            <a:spAutoFit/>
          </a:bodyPr>
          <a:lstStyle/>
          <a:p>
            <a:pPr algn="ctr" marL="0" indent="0" lvl="0">
              <a:lnSpc>
                <a:spcPts val="10449"/>
              </a:lnSpc>
              <a:spcBef>
                <a:spcPct val="0"/>
              </a:spcBef>
            </a:pPr>
            <a:r>
              <a:rPr lang="en-US" b="true" sz="6829">
                <a:solidFill>
                  <a:srgbClr val="FFFFFF"/>
                </a:solidFill>
                <a:latin typeface="둥근펜 Bold"/>
                <a:ea typeface="둥근펜 Bold"/>
                <a:cs typeface="둥근펜 Bold"/>
                <a:sym typeface="둥근펜 Bold"/>
              </a:rPr>
              <a:t>01</a:t>
            </a:r>
          </a:p>
        </p:txBody>
      </p:sp>
      <p:grpSp>
        <p:nvGrpSpPr>
          <p:cNvPr name="Group 12" id="12"/>
          <p:cNvGrpSpPr/>
          <p:nvPr/>
        </p:nvGrpSpPr>
        <p:grpSpPr>
          <a:xfrm rot="0">
            <a:off x="10416693" y="3457845"/>
            <a:ext cx="2736927" cy="273692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w="9525" cap="sq">
              <a:solidFill>
                <a:srgbClr val="0B5BDB"/>
              </a:solidFill>
              <a:prstDash val="solid"/>
              <a:miter/>
            </a:ln>
          </p:spPr>
        </p:sp>
        <p:sp>
          <p:nvSpPr>
            <p:cNvPr name="TextBox 14" id="14"/>
            <p:cNvSpPr txBox="true"/>
            <p:nvPr/>
          </p:nvSpPr>
          <p:spPr>
            <a:xfrm>
              <a:off x="76200" y="38100"/>
              <a:ext cx="660400" cy="698500"/>
            </a:xfrm>
            <a:prstGeom prst="rect">
              <a:avLst/>
            </a:prstGeom>
          </p:spPr>
          <p:txBody>
            <a:bodyPr anchor="ctr" rtlCol="false" tIns="37570" lIns="37570" bIns="37570" rIns="37570"/>
            <a:lstStyle/>
            <a:p>
              <a:pPr algn="ctr">
                <a:lnSpc>
                  <a:spcPts val="3079"/>
                </a:lnSpc>
              </a:pPr>
            </a:p>
          </p:txBody>
        </p:sp>
      </p:grpSp>
      <p:grpSp>
        <p:nvGrpSpPr>
          <p:cNvPr name="Group 15" id="15"/>
          <p:cNvGrpSpPr/>
          <p:nvPr/>
        </p:nvGrpSpPr>
        <p:grpSpPr>
          <a:xfrm rot="0">
            <a:off x="13730797" y="3457845"/>
            <a:ext cx="2736927" cy="273692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5BDB"/>
            </a:solidFill>
            <a:ln w="9525" cap="sq">
              <a:solidFill>
                <a:srgbClr val="0B5BDB"/>
              </a:solidFill>
              <a:prstDash val="solid"/>
              <a:miter/>
            </a:ln>
          </p:spPr>
        </p:sp>
        <p:sp>
          <p:nvSpPr>
            <p:cNvPr name="TextBox 17" id="17"/>
            <p:cNvSpPr txBox="true"/>
            <p:nvPr/>
          </p:nvSpPr>
          <p:spPr>
            <a:xfrm>
              <a:off x="76200" y="38100"/>
              <a:ext cx="660400" cy="698500"/>
            </a:xfrm>
            <a:prstGeom prst="rect">
              <a:avLst/>
            </a:prstGeom>
          </p:spPr>
          <p:txBody>
            <a:bodyPr anchor="ctr" rtlCol="false" tIns="37570" lIns="37570" bIns="37570" rIns="37570"/>
            <a:lstStyle/>
            <a:p>
              <a:pPr algn="ctr">
                <a:lnSpc>
                  <a:spcPts val="3079"/>
                </a:lnSpc>
              </a:pPr>
            </a:p>
          </p:txBody>
        </p:sp>
      </p:grpSp>
      <p:sp>
        <p:nvSpPr>
          <p:cNvPr name="TextBox 18" id="18"/>
          <p:cNvSpPr txBox="true"/>
          <p:nvPr/>
        </p:nvSpPr>
        <p:spPr>
          <a:xfrm rot="0">
            <a:off x="4658266" y="1292461"/>
            <a:ext cx="8657928" cy="752475"/>
          </a:xfrm>
          <a:prstGeom prst="rect">
            <a:avLst/>
          </a:prstGeom>
        </p:spPr>
        <p:txBody>
          <a:bodyPr anchor="t" rtlCol="false" tIns="0" lIns="0" bIns="0" rIns="0">
            <a:spAutoFit/>
          </a:bodyPr>
          <a:lstStyle/>
          <a:p>
            <a:pPr algn="ctr">
              <a:lnSpc>
                <a:spcPts val="5999"/>
              </a:lnSpc>
            </a:pPr>
            <a:r>
              <a:rPr lang="en-US" b="true" sz="4999">
                <a:solidFill>
                  <a:srgbClr val="0B5BDB"/>
                </a:solidFill>
                <a:latin typeface="둥근펜 Bold"/>
                <a:ea typeface="둥근펜 Bold"/>
                <a:cs typeface="둥근펜 Bold"/>
                <a:sym typeface="둥근펜 Bold"/>
              </a:rPr>
              <a:t>프레젠테이션의 핵심포인트</a:t>
            </a:r>
          </a:p>
        </p:txBody>
      </p:sp>
      <p:sp>
        <p:nvSpPr>
          <p:cNvPr name="TextBox 19" id="19"/>
          <p:cNvSpPr txBox="true"/>
          <p:nvPr/>
        </p:nvSpPr>
        <p:spPr>
          <a:xfrm rot="0">
            <a:off x="7221696" y="5274210"/>
            <a:ext cx="2736927" cy="403393"/>
          </a:xfrm>
          <a:prstGeom prst="rect">
            <a:avLst/>
          </a:prstGeom>
        </p:spPr>
        <p:txBody>
          <a:bodyPr anchor="t" rtlCol="false" tIns="0" lIns="0" bIns="0" rIns="0">
            <a:spAutoFit/>
          </a:bodyPr>
          <a:lstStyle/>
          <a:p>
            <a:pPr algn="ctr" marL="0" indent="0" lvl="0">
              <a:lnSpc>
                <a:spcPts val="3394"/>
              </a:lnSpc>
              <a:spcBef>
                <a:spcPct val="0"/>
              </a:spcBef>
            </a:pPr>
            <a:r>
              <a:rPr lang="en-US" b="true" sz="2218">
                <a:solidFill>
                  <a:srgbClr val="FFFFFF"/>
                </a:solidFill>
                <a:latin typeface="둥근펜 Bold"/>
                <a:ea typeface="둥근펜 Bold"/>
                <a:cs typeface="둥근펜 Bold"/>
                <a:sym typeface="둥근펜 Bold"/>
              </a:rPr>
              <a:t>핵심포인트</a:t>
            </a:r>
          </a:p>
        </p:txBody>
      </p:sp>
      <p:sp>
        <p:nvSpPr>
          <p:cNvPr name="TextBox 20" id="20"/>
          <p:cNvSpPr txBox="true"/>
          <p:nvPr/>
        </p:nvSpPr>
        <p:spPr>
          <a:xfrm rot="0">
            <a:off x="9895374" y="3904826"/>
            <a:ext cx="3779565" cy="1238674"/>
          </a:xfrm>
          <a:prstGeom prst="rect">
            <a:avLst/>
          </a:prstGeom>
        </p:spPr>
        <p:txBody>
          <a:bodyPr anchor="t" rtlCol="false" tIns="0" lIns="0" bIns="0" rIns="0">
            <a:spAutoFit/>
          </a:bodyPr>
          <a:lstStyle/>
          <a:p>
            <a:pPr algn="ctr" marL="0" indent="0" lvl="0">
              <a:lnSpc>
                <a:spcPts val="10449"/>
              </a:lnSpc>
              <a:spcBef>
                <a:spcPct val="0"/>
              </a:spcBef>
            </a:pPr>
            <a:r>
              <a:rPr lang="en-US" b="true" sz="6829">
                <a:solidFill>
                  <a:srgbClr val="FFFFFF"/>
                </a:solidFill>
                <a:latin typeface="둥근펜 Bold"/>
                <a:ea typeface="둥근펜 Bold"/>
                <a:cs typeface="둥근펜 Bold"/>
                <a:sym typeface="둥근펜 Bold"/>
              </a:rPr>
              <a:t>02</a:t>
            </a:r>
          </a:p>
        </p:txBody>
      </p:sp>
      <p:sp>
        <p:nvSpPr>
          <p:cNvPr name="TextBox 21" id="21"/>
          <p:cNvSpPr txBox="true"/>
          <p:nvPr/>
        </p:nvSpPr>
        <p:spPr>
          <a:xfrm rot="0">
            <a:off x="10472551" y="5274210"/>
            <a:ext cx="2736927" cy="403393"/>
          </a:xfrm>
          <a:prstGeom prst="rect">
            <a:avLst/>
          </a:prstGeom>
        </p:spPr>
        <p:txBody>
          <a:bodyPr anchor="t" rtlCol="false" tIns="0" lIns="0" bIns="0" rIns="0">
            <a:spAutoFit/>
          </a:bodyPr>
          <a:lstStyle/>
          <a:p>
            <a:pPr algn="ctr" marL="0" indent="0" lvl="0">
              <a:lnSpc>
                <a:spcPts val="3394"/>
              </a:lnSpc>
              <a:spcBef>
                <a:spcPct val="0"/>
              </a:spcBef>
            </a:pPr>
            <a:r>
              <a:rPr lang="en-US" b="true" sz="2218">
                <a:solidFill>
                  <a:srgbClr val="FFFFFF"/>
                </a:solidFill>
                <a:latin typeface="둥근펜 Bold"/>
                <a:ea typeface="둥근펜 Bold"/>
                <a:cs typeface="둥근펜 Bold"/>
                <a:sym typeface="둥근펜 Bold"/>
              </a:rPr>
              <a:t>핵심포인트</a:t>
            </a:r>
          </a:p>
        </p:txBody>
      </p:sp>
      <p:sp>
        <p:nvSpPr>
          <p:cNvPr name="TextBox 22" id="22"/>
          <p:cNvSpPr txBox="true"/>
          <p:nvPr/>
        </p:nvSpPr>
        <p:spPr>
          <a:xfrm rot="0">
            <a:off x="13209478" y="3904826"/>
            <a:ext cx="3779565" cy="1238674"/>
          </a:xfrm>
          <a:prstGeom prst="rect">
            <a:avLst/>
          </a:prstGeom>
        </p:spPr>
        <p:txBody>
          <a:bodyPr anchor="t" rtlCol="false" tIns="0" lIns="0" bIns="0" rIns="0">
            <a:spAutoFit/>
          </a:bodyPr>
          <a:lstStyle/>
          <a:p>
            <a:pPr algn="ctr" marL="0" indent="0" lvl="0">
              <a:lnSpc>
                <a:spcPts val="10449"/>
              </a:lnSpc>
              <a:spcBef>
                <a:spcPct val="0"/>
              </a:spcBef>
            </a:pPr>
            <a:r>
              <a:rPr lang="en-US" b="true" sz="6829">
                <a:solidFill>
                  <a:srgbClr val="FFFFFF"/>
                </a:solidFill>
                <a:latin typeface="둥근펜 Bold"/>
                <a:ea typeface="둥근펜 Bold"/>
                <a:cs typeface="둥근펜 Bold"/>
                <a:sym typeface="둥근펜 Bold"/>
              </a:rPr>
              <a:t>03</a:t>
            </a:r>
          </a:p>
        </p:txBody>
      </p:sp>
      <p:sp>
        <p:nvSpPr>
          <p:cNvPr name="TextBox 23" id="23"/>
          <p:cNvSpPr txBox="true"/>
          <p:nvPr/>
        </p:nvSpPr>
        <p:spPr>
          <a:xfrm rot="0">
            <a:off x="13730797" y="5274210"/>
            <a:ext cx="2736927" cy="403393"/>
          </a:xfrm>
          <a:prstGeom prst="rect">
            <a:avLst/>
          </a:prstGeom>
        </p:spPr>
        <p:txBody>
          <a:bodyPr anchor="t" rtlCol="false" tIns="0" lIns="0" bIns="0" rIns="0">
            <a:spAutoFit/>
          </a:bodyPr>
          <a:lstStyle/>
          <a:p>
            <a:pPr algn="ctr" marL="0" indent="0" lvl="0">
              <a:lnSpc>
                <a:spcPts val="3394"/>
              </a:lnSpc>
              <a:spcBef>
                <a:spcPct val="0"/>
              </a:spcBef>
            </a:pPr>
            <a:r>
              <a:rPr lang="en-US" b="true" sz="2218">
                <a:solidFill>
                  <a:srgbClr val="FFFFFF"/>
                </a:solidFill>
                <a:latin typeface="둥근펜 Bold"/>
                <a:ea typeface="둥근펜 Bold"/>
                <a:cs typeface="둥근펜 Bold"/>
                <a:sym typeface="둥근펜 Bold"/>
              </a:rPr>
              <a:t>핵심포인트</a:t>
            </a:r>
          </a:p>
        </p:txBody>
      </p:sp>
      <p:sp>
        <p:nvSpPr>
          <p:cNvPr name="TextBox 24" id="24"/>
          <p:cNvSpPr txBox="true"/>
          <p:nvPr/>
        </p:nvSpPr>
        <p:spPr>
          <a:xfrm rot="0">
            <a:off x="7560536" y="7010594"/>
            <a:ext cx="2059249" cy="1516984"/>
          </a:xfrm>
          <a:prstGeom prst="rect">
            <a:avLst/>
          </a:prstGeom>
        </p:spPr>
        <p:txBody>
          <a:bodyPr anchor="t" rtlCol="false" tIns="0" lIns="0" bIns="0" rIns="0">
            <a:spAutoFit/>
          </a:bodyPr>
          <a:lstStyle/>
          <a:p>
            <a:pPr algn="ctr" marL="0" indent="0" lvl="0">
              <a:lnSpc>
                <a:spcPts val="4073"/>
              </a:lnSpc>
            </a:pPr>
            <a:r>
              <a:rPr lang="en-US" b="true" sz="2848">
                <a:solidFill>
                  <a:srgbClr val="000000"/>
                </a:solidFill>
                <a:latin typeface="둥근펜 Bold"/>
                <a:ea typeface="둥근펜 Bold"/>
                <a:cs typeface="둥근펜 Bold"/>
                <a:sym typeface="둥근펜 Bold"/>
              </a:rPr>
              <a:t>청중 중심</a:t>
            </a:r>
          </a:p>
          <a:p>
            <a:pPr algn="ctr" marL="0" indent="0" lvl="0">
              <a:lnSpc>
                <a:spcPts val="4073"/>
              </a:lnSpc>
            </a:pPr>
            <a:r>
              <a:rPr lang="en-US" b="true" sz="2848" u="none">
                <a:solidFill>
                  <a:srgbClr val="000000"/>
                </a:solidFill>
                <a:latin typeface="둥근펜 Bold"/>
                <a:ea typeface="둥근펜 Bold"/>
                <a:cs typeface="둥근펜 Bold"/>
                <a:sym typeface="둥근펜 Bold"/>
              </a:rPr>
              <a:t>무엇이 </a:t>
            </a:r>
          </a:p>
          <a:p>
            <a:pPr algn="ctr" marL="0" indent="0" lvl="0">
              <a:lnSpc>
                <a:spcPts val="4073"/>
              </a:lnSpc>
            </a:pPr>
            <a:r>
              <a:rPr lang="en-US" b="true" sz="2848" u="none">
                <a:solidFill>
                  <a:srgbClr val="000000"/>
                </a:solidFill>
                <a:latin typeface="둥근펜 Bold"/>
                <a:ea typeface="둥근펜 Bold"/>
                <a:cs typeface="둥근펜 Bold"/>
                <a:sym typeface="둥근펜 Bold"/>
              </a:rPr>
              <a:t>왜 중요한가</a:t>
            </a:r>
          </a:p>
        </p:txBody>
      </p:sp>
      <p:sp>
        <p:nvSpPr>
          <p:cNvPr name="TextBox 25" id="25"/>
          <p:cNvSpPr txBox="true"/>
          <p:nvPr/>
        </p:nvSpPr>
        <p:spPr>
          <a:xfrm rot="0">
            <a:off x="10772309" y="7010594"/>
            <a:ext cx="2059249" cy="1516984"/>
          </a:xfrm>
          <a:prstGeom prst="rect">
            <a:avLst/>
          </a:prstGeom>
        </p:spPr>
        <p:txBody>
          <a:bodyPr anchor="t" rtlCol="false" tIns="0" lIns="0" bIns="0" rIns="0">
            <a:spAutoFit/>
          </a:bodyPr>
          <a:lstStyle/>
          <a:p>
            <a:pPr algn="ctr">
              <a:lnSpc>
                <a:spcPts val="4073"/>
              </a:lnSpc>
            </a:pPr>
            <a:r>
              <a:rPr lang="en-US" sz="2848" b="true">
                <a:solidFill>
                  <a:srgbClr val="000000"/>
                </a:solidFill>
                <a:latin typeface="둥근펜 Bold"/>
                <a:ea typeface="둥근펜 Bold"/>
                <a:cs typeface="둥근펜 Bold"/>
                <a:sym typeface="둥근펜 Bold"/>
              </a:rPr>
              <a:t>시각자료는  읽지 말고 </a:t>
            </a:r>
          </a:p>
          <a:p>
            <a:pPr algn="ctr" marL="0" indent="0" lvl="0">
              <a:lnSpc>
                <a:spcPts val="4073"/>
              </a:lnSpc>
            </a:pPr>
            <a:r>
              <a:rPr lang="en-US" b="true" sz="2848">
                <a:solidFill>
                  <a:srgbClr val="000000"/>
                </a:solidFill>
                <a:latin typeface="둥근펜 Bold"/>
                <a:ea typeface="둥근펜 Bold"/>
                <a:cs typeface="둥근펜 Bold"/>
                <a:sym typeface="둥근펜 Bold"/>
              </a:rPr>
              <a:t>설명하기</a:t>
            </a:r>
          </a:p>
        </p:txBody>
      </p:sp>
      <p:sp>
        <p:nvSpPr>
          <p:cNvPr name="TextBox 26" id="26"/>
          <p:cNvSpPr txBox="true"/>
          <p:nvPr/>
        </p:nvSpPr>
        <p:spPr>
          <a:xfrm rot="0">
            <a:off x="13730797" y="7010594"/>
            <a:ext cx="2889983" cy="1516984"/>
          </a:xfrm>
          <a:prstGeom prst="rect">
            <a:avLst/>
          </a:prstGeom>
        </p:spPr>
        <p:txBody>
          <a:bodyPr anchor="t" rtlCol="false" tIns="0" lIns="0" bIns="0" rIns="0">
            <a:spAutoFit/>
          </a:bodyPr>
          <a:lstStyle/>
          <a:p>
            <a:pPr algn="ctr">
              <a:lnSpc>
                <a:spcPts val="4073"/>
              </a:lnSpc>
            </a:pPr>
            <a:r>
              <a:rPr lang="en-US" sz="2848" b="true">
                <a:solidFill>
                  <a:srgbClr val="000000"/>
                </a:solidFill>
                <a:latin typeface="둥근펜 Bold"/>
                <a:ea typeface="둥근펜 Bold"/>
                <a:cs typeface="둥근펜 Bold"/>
                <a:sym typeface="둥근펜 Bold"/>
              </a:rPr>
              <a:t>관심 끌기</a:t>
            </a:r>
          </a:p>
          <a:p>
            <a:pPr algn="ctr">
              <a:lnSpc>
                <a:spcPts val="4073"/>
              </a:lnSpc>
            </a:pPr>
            <a:r>
              <a:rPr lang="en-US" sz="2848" b="true">
                <a:solidFill>
                  <a:srgbClr val="000000"/>
                </a:solidFill>
                <a:latin typeface="둥근펜 Bold"/>
                <a:ea typeface="둥근펜 Bold"/>
                <a:cs typeface="둥근펜 Bold"/>
                <a:sym typeface="둥근펜 Bold"/>
              </a:rPr>
              <a:t>논리적 설명</a:t>
            </a:r>
          </a:p>
          <a:p>
            <a:pPr algn="ctr" marL="0" indent="0" lvl="0">
              <a:lnSpc>
                <a:spcPts val="4073"/>
              </a:lnSpc>
            </a:pPr>
            <a:r>
              <a:rPr lang="en-US" b="true" sz="2848">
                <a:solidFill>
                  <a:srgbClr val="000000"/>
                </a:solidFill>
                <a:latin typeface="둥근펜 Bold"/>
                <a:ea typeface="둥근펜 Bold"/>
                <a:cs typeface="둥근펜 Bold"/>
                <a:sym typeface="둥근펜 Bold"/>
              </a:rPr>
              <a:t>메시지 강화</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AEFF0"/>
        </a:solidFill>
      </p:bgPr>
    </p:bg>
    <p:spTree>
      <p:nvGrpSpPr>
        <p:cNvPr id="1" name=""/>
        <p:cNvGrpSpPr/>
        <p:nvPr/>
      </p:nvGrpSpPr>
      <p:grpSpPr>
        <a:xfrm>
          <a:off x="0" y="0"/>
          <a:ext cx="0" cy="0"/>
          <a:chOff x="0" y="0"/>
          <a:chExt cx="0" cy="0"/>
        </a:xfrm>
      </p:grpSpPr>
      <p:grpSp>
        <p:nvGrpSpPr>
          <p:cNvPr name="Group 2" id="2"/>
          <p:cNvGrpSpPr/>
          <p:nvPr/>
        </p:nvGrpSpPr>
        <p:grpSpPr>
          <a:xfrm rot="0">
            <a:off x="461169" y="408679"/>
            <a:ext cx="17365662" cy="9469643"/>
            <a:chOff x="0" y="0"/>
            <a:chExt cx="4573672" cy="2494062"/>
          </a:xfrm>
        </p:grpSpPr>
        <p:sp>
          <p:nvSpPr>
            <p:cNvPr name="Freeform 3" id="3"/>
            <p:cNvSpPr/>
            <p:nvPr/>
          </p:nvSpPr>
          <p:spPr>
            <a:xfrm flipH="false" flipV="false" rot="0">
              <a:off x="0" y="0"/>
              <a:ext cx="4573672" cy="2494062"/>
            </a:xfrm>
            <a:custGeom>
              <a:avLst/>
              <a:gdLst/>
              <a:ahLst/>
              <a:cxnLst/>
              <a:rect r="r" b="b" t="t" l="l"/>
              <a:pathLst>
                <a:path h="2494062" w="4573672">
                  <a:moveTo>
                    <a:pt x="0" y="0"/>
                  </a:moveTo>
                  <a:lnTo>
                    <a:pt x="4573672" y="0"/>
                  </a:lnTo>
                  <a:lnTo>
                    <a:pt x="4573672" y="2494062"/>
                  </a:lnTo>
                  <a:lnTo>
                    <a:pt x="0" y="2494062"/>
                  </a:lnTo>
                  <a:close/>
                </a:path>
              </a:pathLst>
            </a:custGeom>
            <a:solidFill>
              <a:srgbClr val="FFFFFF"/>
            </a:solidFill>
            <a:ln w="9525" cap="sq">
              <a:solidFill>
                <a:srgbClr val="000000"/>
              </a:solidFill>
              <a:prstDash val="solid"/>
              <a:miter/>
            </a:ln>
          </p:spPr>
        </p:sp>
        <p:sp>
          <p:nvSpPr>
            <p:cNvPr name="TextBox 4" id="4"/>
            <p:cNvSpPr txBox="true"/>
            <p:nvPr/>
          </p:nvSpPr>
          <p:spPr>
            <a:xfrm>
              <a:off x="0" y="-95250"/>
              <a:ext cx="4573672" cy="2589312"/>
            </a:xfrm>
            <a:prstGeom prst="rect">
              <a:avLst/>
            </a:prstGeom>
          </p:spPr>
          <p:txBody>
            <a:bodyPr anchor="ctr" rtlCol="false" tIns="50800" lIns="50800" bIns="50800" rIns="50800"/>
            <a:lstStyle/>
            <a:p>
              <a:pPr algn="ctr">
                <a:lnSpc>
                  <a:spcPts val="4049"/>
                </a:lnSpc>
              </a:pPr>
            </a:p>
          </p:txBody>
        </p:sp>
      </p:grpSp>
      <p:grpSp>
        <p:nvGrpSpPr>
          <p:cNvPr name="Group 5" id="5"/>
          <p:cNvGrpSpPr/>
          <p:nvPr/>
        </p:nvGrpSpPr>
        <p:grpSpPr>
          <a:xfrm rot="0">
            <a:off x="1685244" y="3148276"/>
            <a:ext cx="5551470" cy="5857684"/>
            <a:chOff x="0" y="0"/>
            <a:chExt cx="943616" cy="995665"/>
          </a:xfrm>
        </p:grpSpPr>
        <p:sp>
          <p:nvSpPr>
            <p:cNvPr name="Freeform 6" id="6"/>
            <p:cNvSpPr/>
            <p:nvPr/>
          </p:nvSpPr>
          <p:spPr>
            <a:xfrm flipH="false" flipV="false" rot="0">
              <a:off x="0" y="0"/>
              <a:ext cx="943616" cy="995665"/>
            </a:xfrm>
            <a:custGeom>
              <a:avLst/>
              <a:gdLst/>
              <a:ahLst/>
              <a:cxnLst/>
              <a:rect r="r" b="b" t="t" l="l"/>
              <a:pathLst>
                <a:path h="995665" w="943616">
                  <a:moveTo>
                    <a:pt x="0" y="0"/>
                  </a:moveTo>
                  <a:lnTo>
                    <a:pt x="943616" y="0"/>
                  </a:lnTo>
                  <a:lnTo>
                    <a:pt x="943616" y="995665"/>
                  </a:lnTo>
                  <a:lnTo>
                    <a:pt x="0" y="995665"/>
                  </a:lnTo>
                  <a:close/>
                </a:path>
              </a:pathLst>
            </a:custGeom>
            <a:blipFill>
              <a:blip r:embed="rId2"/>
              <a:stretch>
                <a:fillRect l="-39718" t="-254" r="-38330" b="-12169"/>
              </a:stretch>
            </a:blipFill>
            <a:ln w="9525" cap="sq">
              <a:solidFill>
                <a:srgbClr val="000000"/>
              </a:solidFill>
              <a:prstDash val="solid"/>
              <a:miter/>
            </a:ln>
          </p:spPr>
        </p:sp>
      </p:grpSp>
      <p:sp>
        <p:nvSpPr>
          <p:cNvPr name="AutoShape 7" id="7"/>
          <p:cNvSpPr/>
          <p:nvPr/>
        </p:nvSpPr>
        <p:spPr>
          <a:xfrm>
            <a:off x="1298957" y="2326098"/>
            <a:ext cx="15690087" cy="0"/>
          </a:xfrm>
          <a:prstGeom prst="line">
            <a:avLst/>
          </a:prstGeom>
          <a:ln cap="flat" w="28575">
            <a:solidFill>
              <a:srgbClr val="000000"/>
            </a:solidFill>
            <a:prstDash val="solid"/>
            <a:headEnd type="none" len="sm" w="sm"/>
            <a:tailEnd type="none" len="sm" w="sm"/>
          </a:ln>
        </p:spPr>
      </p:sp>
      <p:sp>
        <p:nvSpPr>
          <p:cNvPr name="TextBox 8" id="8"/>
          <p:cNvSpPr txBox="true"/>
          <p:nvPr/>
        </p:nvSpPr>
        <p:spPr>
          <a:xfrm rot="0">
            <a:off x="7773762" y="4574194"/>
            <a:ext cx="9215282" cy="4215889"/>
          </a:xfrm>
          <a:prstGeom prst="rect">
            <a:avLst/>
          </a:prstGeom>
        </p:spPr>
        <p:txBody>
          <a:bodyPr anchor="t" rtlCol="false" tIns="0" lIns="0" bIns="0" rIns="0">
            <a:spAutoFit/>
          </a:bodyPr>
          <a:lstStyle/>
          <a:p>
            <a:pPr algn="l">
              <a:lnSpc>
                <a:spcPts val="5684"/>
              </a:lnSpc>
            </a:pPr>
            <a:r>
              <a:rPr lang="en-US" sz="2900">
                <a:solidFill>
                  <a:srgbClr val="000000"/>
                </a:solidFill>
                <a:latin typeface="둥근펜"/>
                <a:ea typeface="둥근펜"/>
                <a:cs typeface="둥근펜"/>
                <a:sym typeface="둥근펜"/>
              </a:rPr>
              <a:t>Lorem ipsum dolor sit amet, consectetur adipiscing elit, </a:t>
            </a:r>
          </a:p>
          <a:p>
            <a:pPr algn="l">
              <a:lnSpc>
                <a:spcPts val="5684"/>
              </a:lnSpc>
            </a:pPr>
            <a:r>
              <a:rPr lang="en-US" sz="2900">
                <a:solidFill>
                  <a:srgbClr val="000000"/>
                </a:solidFill>
                <a:latin typeface="둥근펜"/>
                <a:ea typeface="둥근펜"/>
                <a:cs typeface="둥근펜"/>
                <a:sym typeface="둥근펜"/>
              </a:rPr>
              <a:t>sed do eiusmod tempor incididunt ut labore et dolore magna aliqua. Ut enim ad minim veniam, quis nostrud exercitation ullamco laboris nisi ut aliquip ex ea commodo consequat. Duis aute irure dolor in reprehenderit in voluptate velit esse cillum dolore eu fugiat nulla pariatur. </a:t>
            </a:r>
          </a:p>
        </p:txBody>
      </p:sp>
      <p:sp>
        <p:nvSpPr>
          <p:cNvPr name="TextBox 9" id="9"/>
          <p:cNvSpPr txBox="true"/>
          <p:nvPr/>
        </p:nvSpPr>
        <p:spPr>
          <a:xfrm rot="0">
            <a:off x="3307055" y="1292461"/>
            <a:ext cx="11673889" cy="752475"/>
          </a:xfrm>
          <a:prstGeom prst="rect">
            <a:avLst/>
          </a:prstGeom>
        </p:spPr>
        <p:txBody>
          <a:bodyPr anchor="t" rtlCol="false" tIns="0" lIns="0" bIns="0" rIns="0">
            <a:spAutoFit/>
          </a:bodyPr>
          <a:lstStyle/>
          <a:p>
            <a:pPr algn="ctr">
              <a:lnSpc>
                <a:spcPts val="5999"/>
              </a:lnSpc>
            </a:pPr>
            <a:r>
              <a:rPr lang="en-US" b="true" sz="4999">
                <a:solidFill>
                  <a:srgbClr val="0B5BDB"/>
                </a:solidFill>
                <a:latin typeface="둥근펜 Bold"/>
                <a:ea typeface="둥근펜 Bold"/>
                <a:cs typeface="둥근펜 Bold"/>
                <a:sym typeface="둥근펜 Bold"/>
              </a:rPr>
              <a:t>이미지 강조 + 텍스트 나열 레이아웃</a:t>
            </a:r>
          </a:p>
        </p:txBody>
      </p:sp>
      <p:sp>
        <p:nvSpPr>
          <p:cNvPr name="TextBox 10" id="10"/>
          <p:cNvSpPr txBox="true"/>
          <p:nvPr/>
        </p:nvSpPr>
        <p:spPr>
          <a:xfrm rot="0">
            <a:off x="7773762" y="3445338"/>
            <a:ext cx="7553674" cy="626842"/>
          </a:xfrm>
          <a:prstGeom prst="rect">
            <a:avLst/>
          </a:prstGeom>
        </p:spPr>
        <p:txBody>
          <a:bodyPr anchor="t" rtlCol="false" tIns="0" lIns="0" bIns="0" rIns="0">
            <a:spAutoFit/>
          </a:bodyPr>
          <a:lstStyle/>
          <a:p>
            <a:pPr algn="l" marL="0" indent="0" lvl="0">
              <a:lnSpc>
                <a:spcPts val="5217"/>
              </a:lnSpc>
            </a:pPr>
            <a:r>
              <a:rPr lang="en-US" b="true" sz="3648">
                <a:solidFill>
                  <a:srgbClr val="0B5BDB"/>
                </a:solidFill>
                <a:latin typeface="둥근펜 Bold"/>
                <a:ea typeface="둥근펜 Bold"/>
                <a:cs typeface="둥근펜 Bold"/>
                <a:sym typeface="둥근펜 Bold"/>
              </a:rPr>
              <a:t>시각적 임팩트와 핵심 정보 전달</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AEFF0"/>
        </a:solidFill>
      </p:bgPr>
    </p:bg>
    <p:spTree>
      <p:nvGrpSpPr>
        <p:cNvPr id="1" name=""/>
        <p:cNvGrpSpPr/>
        <p:nvPr/>
      </p:nvGrpSpPr>
      <p:grpSpPr>
        <a:xfrm>
          <a:off x="0" y="0"/>
          <a:ext cx="0" cy="0"/>
          <a:chOff x="0" y="0"/>
          <a:chExt cx="0" cy="0"/>
        </a:xfrm>
      </p:grpSpPr>
      <p:grpSp>
        <p:nvGrpSpPr>
          <p:cNvPr name="Group 2" id="2"/>
          <p:cNvGrpSpPr/>
          <p:nvPr/>
        </p:nvGrpSpPr>
        <p:grpSpPr>
          <a:xfrm rot="0">
            <a:off x="461169" y="408679"/>
            <a:ext cx="17365662" cy="9469643"/>
            <a:chOff x="0" y="0"/>
            <a:chExt cx="4573672" cy="2494062"/>
          </a:xfrm>
        </p:grpSpPr>
        <p:sp>
          <p:nvSpPr>
            <p:cNvPr name="Freeform 3" id="3"/>
            <p:cNvSpPr/>
            <p:nvPr/>
          </p:nvSpPr>
          <p:spPr>
            <a:xfrm flipH="false" flipV="false" rot="0">
              <a:off x="0" y="0"/>
              <a:ext cx="4573672" cy="2494062"/>
            </a:xfrm>
            <a:custGeom>
              <a:avLst/>
              <a:gdLst/>
              <a:ahLst/>
              <a:cxnLst/>
              <a:rect r="r" b="b" t="t" l="l"/>
              <a:pathLst>
                <a:path h="2494062" w="4573672">
                  <a:moveTo>
                    <a:pt x="0" y="0"/>
                  </a:moveTo>
                  <a:lnTo>
                    <a:pt x="4573672" y="0"/>
                  </a:lnTo>
                  <a:lnTo>
                    <a:pt x="4573672" y="2494062"/>
                  </a:lnTo>
                  <a:lnTo>
                    <a:pt x="0" y="2494062"/>
                  </a:lnTo>
                  <a:close/>
                </a:path>
              </a:pathLst>
            </a:custGeom>
            <a:solidFill>
              <a:srgbClr val="FFFFFF"/>
            </a:solidFill>
            <a:ln w="9525" cap="sq">
              <a:solidFill>
                <a:srgbClr val="000000"/>
              </a:solidFill>
              <a:prstDash val="solid"/>
              <a:miter/>
            </a:ln>
          </p:spPr>
        </p:sp>
        <p:sp>
          <p:nvSpPr>
            <p:cNvPr name="TextBox 4" id="4"/>
            <p:cNvSpPr txBox="true"/>
            <p:nvPr/>
          </p:nvSpPr>
          <p:spPr>
            <a:xfrm>
              <a:off x="0" y="-95250"/>
              <a:ext cx="4573672" cy="2589312"/>
            </a:xfrm>
            <a:prstGeom prst="rect">
              <a:avLst/>
            </a:prstGeom>
          </p:spPr>
          <p:txBody>
            <a:bodyPr anchor="ctr" rtlCol="false" tIns="50800" lIns="50800" bIns="50800" rIns="50800"/>
            <a:lstStyle/>
            <a:p>
              <a:pPr algn="ctr">
                <a:lnSpc>
                  <a:spcPts val="4049"/>
                </a:lnSpc>
              </a:pPr>
            </a:p>
          </p:txBody>
        </p:sp>
      </p:grpSp>
      <p:grpSp>
        <p:nvGrpSpPr>
          <p:cNvPr name="Group 5" id="5"/>
          <p:cNvGrpSpPr/>
          <p:nvPr/>
        </p:nvGrpSpPr>
        <p:grpSpPr>
          <a:xfrm rot="0">
            <a:off x="2252274" y="3157799"/>
            <a:ext cx="3922533" cy="392253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5046" t="0" r="-25046" b="0"/>
              </a:stretch>
            </a:blipFill>
            <a:ln w="9525" cap="sq">
              <a:solidFill>
                <a:srgbClr val="000000"/>
              </a:solidFill>
              <a:prstDash val="solid"/>
              <a:miter/>
            </a:ln>
          </p:spPr>
        </p:sp>
      </p:grpSp>
      <p:grpSp>
        <p:nvGrpSpPr>
          <p:cNvPr name="Group 7" id="7"/>
          <p:cNvGrpSpPr/>
          <p:nvPr/>
        </p:nvGrpSpPr>
        <p:grpSpPr>
          <a:xfrm rot="0">
            <a:off x="7269032" y="3157799"/>
            <a:ext cx="3922533" cy="392253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71411" t="0" r="-80549" b="-67869"/>
              </a:stretch>
            </a:blipFill>
            <a:ln w="9525" cap="sq">
              <a:solidFill>
                <a:srgbClr val="000000"/>
              </a:solidFill>
              <a:prstDash val="solid"/>
              <a:miter/>
            </a:ln>
          </p:spPr>
        </p:sp>
      </p:grpSp>
      <p:grpSp>
        <p:nvGrpSpPr>
          <p:cNvPr name="Group 9" id="9"/>
          <p:cNvGrpSpPr/>
          <p:nvPr/>
        </p:nvGrpSpPr>
        <p:grpSpPr>
          <a:xfrm rot="0">
            <a:off x="12281468" y="3157799"/>
            <a:ext cx="3922533" cy="392253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a:ln w="9525" cap="sq">
              <a:solidFill>
                <a:srgbClr val="000000"/>
              </a:solidFill>
              <a:prstDash val="solid"/>
              <a:miter/>
            </a:ln>
          </p:spPr>
        </p:sp>
      </p:grpSp>
      <p:sp>
        <p:nvSpPr>
          <p:cNvPr name="AutoShape 11" id="11"/>
          <p:cNvSpPr/>
          <p:nvPr/>
        </p:nvSpPr>
        <p:spPr>
          <a:xfrm>
            <a:off x="1298957" y="2326098"/>
            <a:ext cx="15690087" cy="0"/>
          </a:xfrm>
          <a:prstGeom prst="line">
            <a:avLst/>
          </a:prstGeom>
          <a:ln cap="flat" w="28575">
            <a:solidFill>
              <a:srgbClr val="000000"/>
            </a:solidFill>
            <a:prstDash val="solid"/>
            <a:headEnd type="none" len="sm" w="sm"/>
            <a:tailEnd type="none" len="sm" w="sm"/>
          </a:ln>
        </p:spPr>
      </p:sp>
      <p:sp>
        <p:nvSpPr>
          <p:cNvPr name="TextBox 12" id="12"/>
          <p:cNvSpPr txBox="true"/>
          <p:nvPr/>
        </p:nvSpPr>
        <p:spPr>
          <a:xfrm rot="0">
            <a:off x="4867776" y="1292461"/>
            <a:ext cx="8552448" cy="752475"/>
          </a:xfrm>
          <a:prstGeom prst="rect">
            <a:avLst/>
          </a:prstGeom>
        </p:spPr>
        <p:txBody>
          <a:bodyPr anchor="t" rtlCol="false" tIns="0" lIns="0" bIns="0" rIns="0">
            <a:spAutoFit/>
          </a:bodyPr>
          <a:lstStyle/>
          <a:p>
            <a:pPr algn="ctr">
              <a:lnSpc>
                <a:spcPts val="5999"/>
              </a:lnSpc>
            </a:pPr>
            <a:r>
              <a:rPr lang="en-US" b="true" sz="4999">
                <a:solidFill>
                  <a:srgbClr val="0B5BDB"/>
                </a:solidFill>
                <a:latin typeface="둥근펜 Bold"/>
                <a:ea typeface="둥근펜 Bold"/>
                <a:cs typeface="둥근펜 Bold"/>
                <a:sym typeface="둥근펜 Bold"/>
              </a:rPr>
              <a:t>이미지를 강조하는 레이아웃</a:t>
            </a:r>
          </a:p>
        </p:txBody>
      </p:sp>
      <p:sp>
        <p:nvSpPr>
          <p:cNvPr name="TextBox 13" id="13"/>
          <p:cNvSpPr txBox="true"/>
          <p:nvPr/>
        </p:nvSpPr>
        <p:spPr>
          <a:xfrm rot="0">
            <a:off x="2693939" y="7601402"/>
            <a:ext cx="3480867" cy="1209849"/>
          </a:xfrm>
          <a:prstGeom prst="rect">
            <a:avLst/>
          </a:prstGeom>
        </p:spPr>
        <p:txBody>
          <a:bodyPr anchor="t" rtlCol="false" tIns="0" lIns="0" bIns="0" rIns="0">
            <a:spAutoFit/>
          </a:bodyPr>
          <a:lstStyle/>
          <a:p>
            <a:pPr algn="ctr">
              <a:lnSpc>
                <a:spcPts val="3284"/>
              </a:lnSpc>
            </a:pPr>
            <a:r>
              <a:rPr lang="en-US" b="true" sz="2488">
                <a:solidFill>
                  <a:srgbClr val="493D12"/>
                </a:solidFill>
                <a:latin typeface="둥근펜 Bold"/>
                <a:ea typeface="둥근펜 Bold"/>
                <a:cs typeface="둥근펜 Bold"/>
                <a:sym typeface="둥근펜 Bold"/>
              </a:rPr>
              <a:t>이미지를 통해</a:t>
            </a:r>
          </a:p>
          <a:p>
            <a:pPr algn="ctr">
              <a:lnSpc>
                <a:spcPts val="3284"/>
              </a:lnSpc>
            </a:pPr>
            <a:r>
              <a:rPr lang="en-US" sz="2488" b="true">
                <a:solidFill>
                  <a:srgbClr val="493D12"/>
                </a:solidFill>
                <a:latin typeface="둥근펜 Bold"/>
                <a:ea typeface="둥근펜 Bold"/>
                <a:cs typeface="둥근펜 Bold"/>
                <a:sym typeface="둥근펜 Bold"/>
              </a:rPr>
              <a:t> 텍스트보다 빠르게 </a:t>
            </a:r>
          </a:p>
          <a:p>
            <a:pPr algn="ctr">
              <a:lnSpc>
                <a:spcPts val="3284"/>
              </a:lnSpc>
            </a:pPr>
            <a:r>
              <a:rPr lang="en-US" b="true" sz="2488">
                <a:solidFill>
                  <a:srgbClr val="493D12"/>
                </a:solidFill>
                <a:latin typeface="둥근펜 Bold"/>
                <a:ea typeface="둥근펜 Bold"/>
                <a:cs typeface="둥근펜 Bold"/>
                <a:sym typeface="둥근펜 Bold"/>
              </a:rPr>
              <a:t>차이점을 파악할 수 있음</a:t>
            </a:r>
          </a:p>
        </p:txBody>
      </p:sp>
      <p:sp>
        <p:nvSpPr>
          <p:cNvPr name="TextBox 14" id="14"/>
          <p:cNvSpPr txBox="true"/>
          <p:nvPr/>
        </p:nvSpPr>
        <p:spPr>
          <a:xfrm rot="0">
            <a:off x="7624239" y="7698480"/>
            <a:ext cx="3212118" cy="1209849"/>
          </a:xfrm>
          <a:prstGeom prst="rect">
            <a:avLst/>
          </a:prstGeom>
        </p:spPr>
        <p:txBody>
          <a:bodyPr anchor="t" rtlCol="false" tIns="0" lIns="0" bIns="0" rIns="0">
            <a:spAutoFit/>
          </a:bodyPr>
          <a:lstStyle/>
          <a:p>
            <a:pPr algn="ctr">
              <a:lnSpc>
                <a:spcPts val="3284"/>
              </a:lnSpc>
            </a:pPr>
            <a:r>
              <a:rPr lang="en-US" sz="2488" b="true">
                <a:solidFill>
                  <a:srgbClr val="493D12"/>
                </a:solidFill>
                <a:latin typeface="둥근펜 Bold"/>
                <a:ea typeface="둥근펜 Bold"/>
                <a:cs typeface="둥근펜 Bold"/>
                <a:sym typeface="둥근펜 Bold"/>
              </a:rPr>
              <a:t>감성</a:t>
            </a:r>
            <a:r>
              <a:rPr lang="en-US" sz="2488" b="true">
                <a:solidFill>
                  <a:srgbClr val="493D12"/>
                </a:solidFill>
                <a:latin typeface="둥근펜 Bold"/>
                <a:ea typeface="둥근펜 Bold"/>
                <a:cs typeface="둥근펜 Bold"/>
                <a:sym typeface="둥근펜 Bold"/>
              </a:rPr>
              <a:t>적 요소</a:t>
            </a:r>
          </a:p>
          <a:p>
            <a:pPr algn="ctr">
              <a:lnSpc>
                <a:spcPts val="3284"/>
              </a:lnSpc>
            </a:pPr>
            <a:r>
              <a:rPr lang="en-US" sz="2488" b="true">
                <a:solidFill>
                  <a:srgbClr val="493D12"/>
                </a:solidFill>
                <a:latin typeface="둥근펜 Bold"/>
                <a:ea typeface="둥근펜 Bold"/>
                <a:cs typeface="둥근펜 Bold"/>
                <a:sym typeface="둥근펜 Bold"/>
              </a:rPr>
              <a:t>(색감, 스타일, 분위기 등)도 비교 가능</a:t>
            </a:r>
          </a:p>
        </p:txBody>
      </p:sp>
      <p:sp>
        <p:nvSpPr>
          <p:cNvPr name="TextBox 15" id="15"/>
          <p:cNvSpPr txBox="true"/>
          <p:nvPr/>
        </p:nvSpPr>
        <p:spPr>
          <a:xfrm rot="0">
            <a:off x="12851180" y="7601402"/>
            <a:ext cx="3212118" cy="1209849"/>
          </a:xfrm>
          <a:prstGeom prst="rect">
            <a:avLst/>
          </a:prstGeom>
        </p:spPr>
        <p:txBody>
          <a:bodyPr anchor="t" rtlCol="false" tIns="0" lIns="0" bIns="0" rIns="0">
            <a:spAutoFit/>
          </a:bodyPr>
          <a:lstStyle/>
          <a:p>
            <a:pPr algn="ctr">
              <a:lnSpc>
                <a:spcPts val="3284"/>
              </a:lnSpc>
            </a:pPr>
            <a:r>
              <a:rPr lang="en-US" sz="2488" b="true">
                <a:solidFill>
                  <a:srgbClr val="493D12"/>
                </a:solidFill>
                <a:latin typeface="둥근펜 Bold"/>
                <a:ea typeface="둥근펜 Bold"/>
                <a:cs typeface="둥근펜 Bold"/>
                <a:sym typeface="둥근펜 Bold"/>
              </a:rPr>
              <a:t>복잡한 설명 없이</a:t>
            </a:r>
            <a:r>
              <a:rPr lang="en-US" sz="2488" b="true">
                <a:solidFill>
                  <a:srgbClr val="493D12"/>
                </a:solidFill>
                <a:latin typeface="둥근펜 Bold"/>
                <a:ea typeface="둥근펜 Bold"/>
                <a:cs typeface="둥근펜 Bold"/>
                <a:sym typeface="둥근펜 Bold"/>
              </a:rPr>
              <a:t> </a:t>
            </a:r>
          </a:p>
          <a:p>
            <a:pPr algn="ctr">
              <a:lnSpc>
                <a:spcPts val="3284"/>
              </a:lnSpc>
            </a:pPr>
            <a:r>
              <a:rPr lang="en-US" sz="2488" b="true">
                <a:solidFill>
                  <a:srgbClr val="493D12"/>
                </a:solidFill>
                <a:latin typeface="둥근펜 Bold"/>
                <a:ea typeface="둥근펜 Bold"/>
                <a:cs typeface="둥근펜 Bold"/>
                <a:sym typeface="둥근펜 Bold"/>
              </a:rPr>
              <a:t>비교 핵심을 쉽게 </a:t>
            </a:r>
          </a:p>
          <a:p>
            <a:pPr algn="ctr">
              <a:lnSpc>
                <a:spcPts val="3284"/>
              </a:lnSpc>
            </a:pPr>
            <a:r>
              <a:rPr lang="en-US" sz="2488" b="true">
                <a:solidFill>
                  <a:srgbClr val="493D12"/>
                </a:solidFill>
                <a:latin typeface="둥근펜 Bold"/>
                <a:ea typeface="둥근펜 Bold"/>
                <a:cs typeface="둥근펜 Bold"/>
                <a:sym typeface="둥근펜 Bold"/>
              </a:rPr>
              <a:t>이해시킬 수 있음</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AEFF0"/>
        </a:solidFill>
      </p:bgPr>
    </p:bg>
    <p:spTree>
      <p:nvGrpSpPr>
        <p:cNvPr id="1" name=""/>
        <p:cNvGrpSpPr/>
        <p:nvPr/>
      </p:nvGrpSpPr>
      <p:grpSpPr>
        <a:xfrm>
          <a:off x="0" y="0"/>
          <a:ext cx="0" cy="0"/>
          <a:chOff x="0" y="0"/>
          <a:chExt cx="0" cy="0"/>
        </a:xfrm>
      </p:grpSpPr>
      <p:grpSp>
        <p:nvGrpSpPr>
          <p:cNvPr name="Group 2" id="2"/>
          <p:cNvGrpSpPr/>
          <p:nvPr/>
        </p:nvGrpSpPr>
        <p:grpSpPr>
          <a:xfrm rot="0">
            <a:off x="461169" y="408679"/>
            <a:ext cx="17365662" cy="9469643"/>
            <a:chOff x="0" y="0"/>
            <a:chExt cx="4573672" cy="2494062"/>
          </a:xfrm>
        </p:grpSpPr>
        <p:sp>
          <p:nvSpPr>
            <p:cNvPr name="Freeform 3" id="3"/>
            <p:cNvSpPr/>
            <p:nvPr/>
          </p:nvSpPr>
          <p:spPr>
            <a:xfrm flipH="false" flipV="false" rot="0">
              <a:off x="0" y="0"/>
              <a:ext cx="4573672" cy="2494062"/>
            </a:xfrm>
            <a:custGeom>
              <a:avLst/>
              <a:gdLst/>
              <a:ahLst/>
              <a:cxnLst/>
              <a:rect r="r" b="b" t="t" l="l"/>
              <a:pathLst>
                <a:path h="2494062" w="4573672">
                  <a:moveTo>
                    <a:pt x="0" y="0"/>
                  </a:moveTo>
                  <a:lnTo>
                    <a:pt x="4573672" y="0"/>
                  </a:lnTo>
                  <a:lnTo>
                    <a:pt x="4573672" y="2494062"/>
                  </a:lnTo>
                  <a:lnTo>
                    <a:pt x="0" y="2494062"/>
                  </a:lnTo>
                  <a:close/>
                </a:path>
              </a:pathLst>
            </a:custGeom>
            <a:solidFill>
              <a:srgbClr val="FFFFFF"/>
            </a:solidFill>
            <a:ln w="9525" cap="sq">
              <a:solidFill>
                <a:srgbClr val="000000"/>
              </a:solidFill>
              <a:prstDash val="solid"/>
              <a:miter/>
            </a:ln>
          </p:spPr>
        </p:sp>
        <p:sp>
          <p:nvSpPr>
            <p:cNvPr name="TextBox 4" id="4"/>
            <p:cNvSpPr txBox="true"/>
            <p:nvPr/>
          </p:nvSpPr>
          <p:spPr>
            <a:xfrm>
              <a:off x="0" y="-95250"/>
              <a:ext cx="4573672" cy="2589312"/>
            </a:xfrm>
            <a:prstGeom prst="rect">
              <a:avLst/>
            </a:prstGeom>
          </p:spPr>
          <p:txBody>
            <a:bodyPr anchor="ctr" rtlCol="false" tIns="50800" lIns="50800" bIns="50800" rIns="50800"/>
            <a:lstStyle/>
            <a:p>
              <a:pPr algn="ctr">
                <a:lnSpc>
                  <a:spcPts val="4049"/>
                </a:lnSpc>
              </a:pPr>
            </a:p>
          </p:txBody>
        </p:sp>
      </p:grpSp>
      <p:grpSp>
        <p:nvGrpSpPr>
          <p:cNvPr name="Group 5" id="5"/>
          <p:cNvGrpSpPr/>
          <p:nvPr/>
        </p:nvGrpSpPr>
        <p:grpSpPr>
          <a:xfrm rot="0">
            <a:off x="1509349" y="2948447"/>
            <a:ext cx="5865717" cy="6309853"/>
            <a:chOff x="0" y="0"/>
            <a:chExt cx="896926" cy="964839"/>
          </a:xfrm>
        </p:grpSpPr>
        <p:sp>
          <p:nvSpPr>
            <p:cNvPr name="Freeform 6" id="6"/>
            <p:cNvSpPr/>
            <p:nvPr/>
          </p:nvSpPr>
          <p:spPr>
            <a:xfrm flipH="false" flipV="false" rot="0">
              <a:off x="0" y="0"/>
              <a:ext cx="896926" cy="964839"/>
            </a:xfrm>
            <a:custGeom>
              <a:avLst/>
              <a:gdLst/>
              <a:ahLst/>
              <a:cxnLst/>
              <a:rect r="r" b="b" t="t" l="l"/>
              <a:pathLst>
                <a:path h="964839" w="896926">
                  <a:moveTo>
                    <a:pt x="0" y="0"/>
                  </a:moveTo>
                  <a:lnTo>
                    <a:pt x="896926" y="0"/>
                  </a:lnTo>
                  <a:lnTo>
                    <a:pt x="896926" y="964839"/>
                  </a:lnTo>
                  <a:lnTo>
                    <a:pt x="0" y="964839"/>
                  </a:lnTo>
                  <a:close/>
                </a:path>
              </a:pathLst>
            </a:custGeom>
            <a:blipFill>
              <a:blip r:embed="rId2"/>
              <a:stretch>
                <a:fillRect l="-30729" t="0" r="-30729" b="0"/>
              </a:stretch>
            </a:blipFill>
            <a:ln w="9525" cap="sq">
              <a:solidFill>
                <a:srgbClr val="000000"/>
              </a:solidFill>
              <a:prstDash val="solid"/>
              <a:miter/>
            </a:ln>
          </p:spPr>
        </p:sp>
      </p:grpSp>
      <p:grpSp>
        <p:nvGrpSpPr>
          <p:cNvPr name="Group 7" id="7"/>
          <p:cNvGrpSpPr/>
          <p:nvPr/>
        </p:nvGrpSpPr>
        <p:grpSpPr>
          <a:xfrm rot="0">
            <a:off x="7874140" y="3016797"/>
            <a:ext cx="3454161" cy="1814701"/>
            <a:chOff x="0" y="0"/>
            <a:chExt cx="909738" cy="477946"/>
          </a:xfrm>
        </p:grpSpPr>
        <p:sp>
          <p:nvSpPr>
            <p:cNvPr name="Freeform 8" id="8"/>
            <p:cNvSpPr/>
            <p:nvPr/>
          </p:nvSpPr>
          <p:spPr>
            <a:xfrm flipH="false" flipV="false" rot="0">
              <a:off x="0" y="0"/>
              <a:ext cx="909738" cy="477946"/>
            </a:xfrm>
            <a:custGeom>
              <a:avLst/>
              <a:gdLst/>
              <a:ahLst/>
              <a:cxnLst/>
              <a:rect r="r" b="b" t="t" l="l"/>
              <a:pathLst>
                <a:path h="477946" w="909738">
                  <a:moveTo>
                    <a:pt x="100860" y="0"/>
                  </a:moveTo>
                  <a:lnTo>
                    <a:pt x="808878" y="0"/>
                  </a:lnTo>
                  <a:cubicBezTo>
                    <a:pt x="864581" y="0"/>
                    <a:pt x="909738" y="45157"/>
                    <a:pt x="909738" y="100860"/>
                  </a:cubicBezTo>
                  <a:lnTo>
                    <a:pt x="909738" y="377086"/>
                  </a:lnTo>
                  <a:cubicBezTo>
                    <a:pt x="909738" y="403836"/>
                    <a:pt x="899112" y="429490"/>
                    <a:pt x="880197" y="448405"/>
                  </a:cubicBezTo>
                  <a:cubicBezTo>
                    <a:pt x="861282" y="467320"/>
                    <a:pt x="835628" y="477946"/>
                    <a:pt x="808878" y="477946"/>
                  </a:cubicBezTo>
                  <a:lnTo>
                    <a:pt x="100860" y="477946"/>
                  </a:lnTo>
                  <a:cubicBezTo>
                    <a:pt x="45157" y="477946"/>
                    <a:pt x="0" y="432789"/>
                    <a:pt x="0" y="377086"/>
                  </a:cubicBezTo>
                  <a:lnTo>
                    <a:pt x="0" y="100860"/>
                  </a:lnTo>
                  <a:cubicBezTo>
                    <a:pt x="0" y="45157"/>
                    <a:pt x="45157" y="0"/>
                    <a:pt x="100860" y="0"/>
                  </a:cubicBezTo>
                  <a:close/>
                </a:path>
              </a:pathLst>
            </a:custGeom>
            <a:solidFill>
              <a:srgbClr val="0B5BDB"/>
            </a:solidFill>
          </p:spPr>
        </p:sp>
        <p:sp>
          <p:nvSpPr>
            <p:cNvPr name="TextBox 9" id="9"/>
            <p:cNvSpPr txBox="true"/>
            <p:nvPr/>
          </p:nvSpPr>
          <p:spPr>
            <a:xfrm>
              <a:off x="0" y="-9525"/>
              <a:ext cx="909738" cy="487471"/>
            </a:xfrm>
            <a:prstGeom prst="rect">
              <a:avLst/>
            </a:prstGeom>
          </p:spPr>
          <p:txBody>
            <a:bodyPr anchor="ctr" rtlCol="false" tIns="254000" lIns="254000" bIns="254000" rIns="254000"/>
            <a:lstStyle/>
            <a:p>
              <a:pPr algn="l" marL="0" indent="0" lvl="0">
                <a:lnSpc>
                  <a:spcPts val="5400"/>
                </a:lnSpc>
                <a:spcBef>
                  <a:spcPct val="0"/>
                </a:spcBef>
              </a:pPr>
              <a:r>
                <a:rPr lang="en-US" b="true" sz="4500">
                  <a:solidFill>
                    <a:srgbClr val="FFFFFF"/>
                  </a:solidFill>
                  <a:latin typeface="둥근펜 Bold"/>
                  <a:ea typeface="둥근펜 Bold"/>
                  <a:cs typeface="둥근펜 Bold"/>
                  <a:sym typeface="둥근펜 Bold"/>
                </a:rPr>
                <a:t> </a:t>
              </a:r>
              <a:r>
                <a:rPr lang="en-US" b="true" sz="4500">
                  <a:solidFill>
                    <a:srgbClr val="FFFFFF"/>
                  </a:solidFill>
                  <a:latin typeface="둥근펜 Bold"/>
                  <a:ea typeface="둥근펜 Bold"/>
                  <a:cs typeface="둥근펜 Bold"/>
                  <a:sym typeface="둥근펜 Bold"/>
                </a:rPr>
                <a:t>01</a:t>
              </a:r>
            </a:p>
          </p:txBody>
        </p:sp>
      </p:grpSp>
      <p:grpSp>
        <p:nvGrpSpPr>
          <p:cNvPr name="Group 10" id="10"/>
          <p:cNvGrpSpPr/>
          <p:nvPr/>
        </p:nvGrpSpPr>
        <p:grpSpPr>
          <a:xfrm rot="0">
            <a:off x="7874140" y="5209306"/>
            <a:ext cx="3454161" cy="1814701"/>
            <a:chOff x="0" y="0"/>
            <a:chExt cx="909738" cy="477946"/>
          </a:xfrm>
        </p:grpSpPr>
        <p:sp>
          <p:nvSpPr>
            <p:cNvPr name="Freeform 11" id="11"/>
            <p:cNvSpPr/>
            <p:nvPr/>
          </p:nvSpPr>
          <p:spPr>
            <a:xfrm flipH="false" flipV="false" rot="0">
              <a:off x="0" y="0"/>
              <a:ext cx="909738" cy="477946"/>
            </a:xfrm>
            <a:custGeom>
              <a:avLst/>
              <a:gdLst/>
              <a:ahLst/>
              <a:cxnLst/>
              <a:rect r="r" b="b" t="t" l="l"/>
              <a:pathLst>
                <a:path h="477946" w="909738">
                  <a:moveTo>
                    <a:pt x="100860" y="0"/>
                  </a:moveTo>
                  <a:lnTo>
                    <a:pt x="808878" y="0"/>
                  </a:lnTo>
                  <a:cubicBezTo>
                    <a:pt x="864581" y="0"/>
                    <a:pt x="909738" y="45157"/>
                    <a:pt x="909738" y="100860"/>
                  </a:cubicBezTo>
                  <a:lnTo>
                    <a:pt x="909738" y="377086"/>
                  </a:lnTo>
                  <a:cubicBezTo>
                    <a:pt x="909738" y="403836"/>
                    <a:pt x="899112" y="429490"/>
                    <a:pt x="880197" y="448405"/>
                  </a:cubicBezTo>
                  <a:cubicBezTo>
                    <a:pt x="861282" y="467320"/>
                    <a:pt x="835628" y="477946"/>
                    <a:pt x="808878" y="477946"/>
                  </a:cubicBezTo>
                  <a:lnTo>
                    <a:pt x="100860" y="477946"/>
                  </a:lnTo>
                  <a:cubicBezTo>
                    <a:pt x="45157" y="477946"/>
                    <a:pt x="0" y="432789"/>
                    <a:pt x="0" y="377086"/>
                  </a:cubicBezTo>
                  <a:lnTo>
                    <a:pt x="0" y="100860"/>
                  </a:lnTo>
                  <a:cubicBezTo>
                    <a:pt x="0" y="45157"/>
                    <a:pt x="45157" y="0"/>
                    <a:pt x="100860" y="0"/>
                  </a:cubicBezTo>
                  <a:close/>
                </a:path>
              </a:pathLst>
            </a:custGeom>
            <a:solidFill>
              <a:srgbClr val="0B5BDB"/>
            </a:solidFill>
          </p:spPr>
        </p:sp>
        <p:sp>
          <p:nvSpPr>
            <p:cNvPr name="TextBox 12" id="12"/>
            <p:cNvSpPr txBox="true"/>
            <p:nvPr/>
          </p:nvSpPr>
          <p:spPr>
            <a:xfrm>
              <a:off x="0" y="-9525"/>
              <a:ext cx="909738" cy="487471"/>
            </a:xfrm>
            <a:prstGeom prst="rect">
              <a:avLst/>
            </a:prstGeom>
          </p:spPr>
          <p:txBody>
            <a:bodyPr anchor="ctr" rtlCol="false" tIns="254000" lIns="254000" bIns="254000" rIns="254000"/>
            <a:lstStyle/>
            <a:p>
              <a:pPr algn="l" marL="0" indent="0" lvl="0">
                <a:lnSpc>
                  <a:spcPts val="5400"/>
                </a:lnSpc>
                <a:spcBef>
                  <a:spcPct val="0"/>
                </a:spcBef>
              </a:pPr>
              <a:r>
                <a:rPr lang="en-US" b="true" sz="4500">
                  <a:solidFill>
                    <a:srgbClr val="FFFFFF"/>
                  </a:solidFill>
                  <a:latin typeface="둥근펜 Bold"/>
                  <a:ea typeface="둥근펜 Bold"/>
                  <a:cs typeface="둥근펜 Bold"/>
                  <a:sym typeface="둥근펜 Bold"/>
                </a:rPr>
                <a:t> </a:t>
              </a:r>
              <a:r>
                <a:rPr lang="en-US" b="true" sz="4500">
                  <a:solidFill>
                    <a:srgbClr val="FFFFFF"/>
                  </a:solidFill>
                  <a:latin typeface="둥근펜 Bold"/>
                  <a:ea typeface="둥근펜 Bold"/>
                  <a:cs typeface="둥근펜 Bold"/>
                  <a:sym typeface="둥근펜 Bold"/>
                </a:rPr>
                <a:t>02</a:t>
              </a:r>
            </a:p>
          </p:txBody>
        </p:sp>
      </p:grpSp>
      <p:grpSp>
        <p:nvGrpSpPr>
          <p:cNvPr name="Group 13" id="13"/>
          <p:cNvGrpSpPr/>
          <p:nvPr/>
        </p:nvGrpSpPr>
        <p:grpSpPr>
          <a:xfrm rot="0">
            <a:off x="7874140" y="7379670"/>
            <a:ext cx="3454161" cy="1814701"/>
            <a:chOff x="0" y="0"/>
            <a:chExt cx="909738" cy="477946"/>
          </a:xfrm>
        </p:grpSpPr>
        <p:sp>
          <p:nvSpPr>
            <p:cNvPr name="Freeform 14" id="14"/>
            <p:cNvSpPr/>
            <p:nvPr/>
          </p:nvSpPr>
          <p:spPr>
            <a:xfrm flipH="false" flipV="false" rot="0">
              <a:off x="0" y="0"/>
              <a:ext cx="909738" cy="477946"/>
            </a:xfrm>
            <a:custGeom>
              <a:avLst/>
              <a:gdLst/>
              <a:ahLst/>
              <a:cxnLst/>
              <a:rect r="r" b="b" t="t" l="l"/>
              <a:pathLst>
                <a:path h="477946" w="909738">
                  <a:moveTo>
                    <a:pt x="100860" y="0"/>
                  </a:moveTo>
                  <a:lnTo>
                    <a:pt x="808878" y="0"/>
                  </a:lnTo>
                  <a:cubicBezTo>
                    <a:pt x="864581" y="0"/>
                    <a:pt x="909738" y="45157"/>
                    <a:pt x="909738" y="100860"/>
                  </a:cubicBezTo>
                  <a:lnTo>
                    <a:pt x="909738" y="377086"/>
                  </a:lnTo>
                  <a:cubicBezTo>
                    <a:pt x="909738" y="403836"/>
                    <a:pt x="899112" y="429490"/>
                    <a:pt x="880197" y="448405"/>
                  </a:cubicBezTo>
                  <a:cubicBezTo>
                    <a:pt x="861282" y="467320"/>
                    <a:pt x="835628" y="477946"/>
                    <a:pt x="808878" y="477946"/>
                  </a:cubicBezTo>
                  <a:lnTo>
                    <a:pt x="100860" y="477946"/>
                  </a:lnTo>
                  <a:cubicBezTo>
                    <a:pt x="45157" y="477946"/>
                    <a:pt x="0" y="432789"/>
                    <a:pt x="0" y="377086"/>
                  </a:cubicBezTo>
                  <a:lnTo>
                    <a:pt x="0" y="100860"/>
                  </a:lnTo>
                  <a:cubicBezTo>
                    <a:pt x="0" y="45157"/>
                    <a:pt x="45157" y="0"/>
                    <a:pt x="100860" y="0"/>
                  </a:cubicBezTo>
                  <a:close/>
                </a:path>
              </a:pathLst>
            </a:custGeom>
            <a:solidFill>
              <a:srgbClr val="0B5BDB"/>
            </a:solidFill>
          </p:spPr>
        </p:sp>
        <p:sp>
          <p:nvSpPr>
            <p:cNvPr name="TextBox 15" id="15"/>
            <p:cNvSpPr txBox="true"/>
            <p:nvPr/>
          </p:nvSpPr>
          <p:spPr>
            <a:xfrm>
              <a:off x="0" y="-9525"/>
              <a:ext cx="909738" cy="487471"/>
            </a:xfrm>
            <a:prstGeom prst="rect">
              <a:avLst/>
            </a:prstGeom>
          </p:spPr>
          <p:txBody>
            <a:bodyPr anchor="ctr" rtlCol="false" tIns="254000" lIns="254000" bIns="254000" rIns="254000"/>
            <a:lstStyle/>
            <a:p>
              <a:pPr algn="l" marL="0" indent="0" lvl="0">
                <a:lnSpc>
                  <a:spcPts val="5400"/>
                </a:lnSpc>
                <a:spcBef>
                  <a:spcPct val="0"/>
                </a:spcBef>
              </a:pPr>
              <a:r>
                <a:rPr lang="en-US" b="true" sz="4500">
                  <a:solidFill>
                    <a:srgbClr val="FFFFFF"/>
                  </a:solidFill>
                  <a:latin typeface="둥근펜 Bold"/>
                  <a:ea typeface="둥근펜 Bold"/>
                  <a:cs typeface="둥근펜 Bold"/>
                  <a:sym typeface="둥근펜 Bold"/>
                </a:rPr>
                <a:t> </a:t>
              </a:r>
              <a:r>
                <a:rPr lang="en-US" b="true" sz="4500">
                  <a:solidFill>
                    <a:srgbClr val="FFFFFF"/>
                  </a:solidFill>
                  <a:latin typeface="둥근펜 Bold"/>
                  <a:ea typeface="둥근펜 Bold"/>
                  <a:cs typeface="둥근펜 Bold"/>
                  <a:sym typeface="둥근펜 Bold"/>
                </a:rPr>
                <a:t>03</a:t>
              </a:r>
            </a:p>
          </p:txBody>
        </p:sp>
      </p:grpSp>
      <p:grpSp>
        <p:nvGrpSpPr>
          <p:cNvPr name="Group 16" id="16"/>
          <p:cNvGrpSpPr/>
          <p:nvPr/>
        </p:nvGrpSpPr>
        <p:grpSpPr>
          <a:xfrm rot="0">
            <a:off x="9296345" y="3016797"/>
            <a:ext cx="7692698" cy="1814701"/>
            <a:chOff x="0" y="0"/>
            <a:chExt cx="10256931" cy="2419602"/>
          </a:xfrm>
        </p:grpSpPr>
        <p:grpSp>
          <p:nvGrpSpPr>
            <p:cNvPr name="Group 17" id="17"/>
            <p:cNvGrpSpPr/>
            <p:nvPr/>
          </p:nvGrpSpPr>
          <p:grpSpPr>
            <a:xfrm rot="0">
              <a:off x="0" y="0"/>
              <a:ext cx="10256931" cy="2419602"/>
              <a:chOff x="0" y="0"/>
              <a:chExt cx="2026060" cy="477946"/>
            </a:xfrm>
          </p:grpSpPr>
          <p:sp>
            <p:nvSpPr>
              <p:cNvPr name="Freeform 18" id="18"/>
              <p:cNvSpPr/>
              <p:nvPr/>
            </p:nvSpPr>
            <p:spPr>
              <a:xfrm flipH="false" flipV="false" rot="0">
                <a:off x="0" y="0"/>
                <a:ext cx="2026060" cy="477946"/>
              </a:xfrm>
              <a:custGeom>
                <a:avLst/>
                <a:gdLst/>
                <a:ahLst/>
                <a:cxnLst/>
                <a:rect r="r" b="b" t="t" l="l"/>
                <a:pathLst>
                  <a:path h="477946" w="2026060">
                    <a:moveTo>
                      <a:pt x="52333" y="0"/>
                    </a:moveTo>
                    <a:lnTo>
                      <a:pt x="1973728" y="0"/>
                    </a:lnTo>
                    <a:cubicBezTo>
                      <a:pt x="1987607" y="0"/>
                      <a:pt x="2000918" y="5514"/>
                      <a:pt x="2010732" y="15328"/>
                    </a:cubicBezTo>
                    <a:cubicBezTo>
                      <a:pt x="2020547" y="25142"/>
                      <a:pt x="2026060" y="38453"/>
                      <a:pt x="2026060" y="52333"/>
                    </a:cubicBezTo>
                    <a:lnTo>
                      <a:pt x="2026060" y="425613"/>
                    </a:lnTo>
                    <a:cubicBezTo>
                      <a:pt x="2026060" y="454516"/>
                      <a:pt x="2002630" y="477946"/>
                      <a:pt x="1973728" y="477946"/>
                    </a:cubicBezTo>
                    <a:lnTo>
                      <a:pt x="52333" y="477946"/>
                    </a:lnTo>
                    <a:cubicBezTo>
                      <a:pt x="23430" y="477946"/>
                      <a:pt x="0" y="454516"/>
                      <a:pt x="0" y="425613"/>
                    </a:cubicBezTo>
                    <a:lnTo>
                      <a:pt x="0" y="52333"/>
                    </a:lnTo>
                    <a:cubicBezTo>
                      <a:pt x="0" y="23430"/>
                      <a:pt x="23430" y="0"/>
                      <a:pt x="52333" y="0"/>
                    </a:cubicBezTo>
                    <a:close/>
                  </a:path>
                </a:pathLst>
              </a:custGeom>
              <a:solidFill>
                <a:srgbClr val="FFFFFF"/>
              </a:solidFill>
              <a:ln w="38100" cap="rnd">
                <a:solidFill>
                  <a:srgbClr val="000000"/>
                </a:solidFill>
                <a:prstDash val="solid"/>
                <a:round/>
              </a:ln>
            </p:spPr>
          </p:sp>
          <p:sp>
            <p:nvSpPr>
              <p:cNvPr name="TextBox 19" id="19"/>
              <p:cNvSpPr txBox="true"/>
              <p:nvPr/>
            </p:nvSpPr>
            <p:spPr>
              <a:xfrm>
                <a:off x="0" y="-66675"/>
                <a:ext cx="2026060" cy="544621"/>
              </a:xfrm>
              <a:prstGeom prst="rect">
                <a:avLst/>
              </a:prstGeom>
            </p:spPr>
            <p:txBody>
              <a:bodyPr anchor="ctr" rtlCol="false" tIns="50800" lIns="50800" bIns="50800" rIns="50800"/>
              <a:lstStyle/>
              <a:p>
                <a:pPr algn="ctr">
                  <a:lnSpc>
                    <a:spcPts val="2700"/>
                  </a:lnSpc>
                </a:pPr>
              </a:p>
            </p:txBody>
          </p:sp>
        </p:grpSp>
        <p:sp>
          <p:nvSpPr>
            <p:cNvPr name="TextBox 20" id="20"/>
            <p:cNvSpPr txBox="true"/>
            <p:nvPr/>
          </p:nvSpPr>
          <p:spPr>
            <a:xfrm rot="0">
              <a:off x="765803" y="406732"/>
              <a:ext cx="9491128" cy="740834"/>
            </a:xfrm>
            <a:prstGeom prst="rect">
              <a:avLst/>
            </a:prstGeom>
          </p:spPr>
          <p:txBody>
            <a:bodyPr anchor="t" rtlCol="false" tIns="0" lIns="0" bIns="0" rIns="0">
              <a:spAutoFit/>
            </a:bodyPr>
            <a:lstStyle/>
            <a:p>
              <a:pPr algn="l">
                <a:lnSpc>
                  <a:spcPts val="4549"/>
                </a:lnSpc>
              </a:pPr>
              <a:r>
                <a:rPr lang="en-US" sz="3499" b="true">
                  <a:solidFill>
                    <a:srgbClr val="000000"/>
                  </a:solidFill>
                  <a:latin typeface="둥근펜 Bold"/>
                  <a:ea typeface="둥근펜 Bold"/>
                  <a:cs typeface="둥근펜 Bold"/>
                  <a:sym typeface="둥근펜 Bold"/>
                </a:rPr>
                <a:t>한문장으로 명확하게</a:t>
              </a:r>
            </a:p>
          </p:txBody>
        </p:sp>
        <p:sp>
          <p:nvSpPr>
            <p:cNvPr name="TextBox 21" id="21"/>
            <p:cNvSpPr txBox="true"/>
            <p:nvPr/>
          </p:nvSpPr>
          <p:spPr>
            <a:xfrm rot="0">
              <a:off x="765803" y="1446015"/>
              <a:ext cx="9491128" cy="491490"/>
            </a:xfrm>
            <a:prstGeom prst="rect">
              <a:avLst/>
            </a:prstGeom>
          </p:spPr>
          <p:txBody>
            <a:bodyPr anchor="t" rtlCol="false" tIns="0" lIns="0" bIns="0" rIns="0">
              <a:spAutoFit/>
            </a:bodyPr>
            <a:lstStyle/>
            <a:p>
              <a:pPr algn="l" marL="0" indent="0" lvl="0">
                <a:lnSpc>
                  <a:spcPts val="3299"/>
                </a:lnSpc>
              </a:pPr>
              <a:r>
                <a:rPr lang="en-US" sz="2199" spc="-21">
                  <a:solidFill>
                    <a:srgbClr val="000000"/>
                  </a:solidFill>
                  <a:latin typeface="둥근펜"/>
                  <a:ea typeface="둥근펜"/>
                  <a:cs typeface="둥근펜"/>
                  <a:sym typeface="둥근펜"/>
                </a:rPr>
                <a:t>발표내용을 한번에 정리해서 깔끔하게</a:t>
              </a:r>
            </a:p>
          </p:txBody>
        </p:sp>
      </p:grpSp>
      <p:grpSp>
        <p:nvGrpSpPr>
          <p:cNvPr name="Group 22" id="22"/>
          <p:cNvGrpSpPr/>
          <p:nvPr/>
        </p:nvGrpSpPr>
        <p:grpSpPr>
          <a:xfrm rot="0">
            <a:off x="9296345" y="5198233"/>
            <a:ext cx="7692698" cy="1814701"/>
            <a:chOff x="0" y="0"/>
            <a:chExt cx="10256931" cy="2419602"/>
          </a:xfrm>
        </p:grpSpPr>
        <p:grpSp>
          <p:nvGrpSpPr>
            <p:cNvPr name="Group 23" id="23"/>
            <p:cNvGrpSpPr/>
            <p:nvPr/>
          </p:nvGrpSpPr>
          <p:grpSpPr>
            <a:xfrm rot="0">
              <a:off x="0" y="0"/>
              <a:ext cx="10256931" cy="2419602"/>
              <a:chOff x="0" y="0"/>
              <a:chExt cx="2026060" cy="477946"/>
            </a:xfrm>
          </p:grpSpPr>
          <p:sp>
            <p:nvSpPr>
              <p:cNvPr name="Freeform 24" id="24"/>
              <p:cNvSpPr/>
              <p:nvPr/>
            </p:nvSpPr>
            <p:spPr>
              <a:xfrm flipH="false" flipV="false" rot="0">
                <a:off x="0" y="0"/>
                <a:ext cx="2026060" cy="477946"/>
              </a:xfrm>
              <a:custGeom>
                <a:avLst/>
                <a:gdLst/>
                <a:ahLst/>
                <a:cxnLst/>
                <a:rect r="r" b="b" t="t" l="l"/>
                <a:pathLst>
                  <a:path h="477946" w="2026060">
                    <a:moveTo>
                      <a:pt x="52333" y="0"/>
                    </a:moveTo>
                    <a:lnTo>
                      <a:pt x="1973728" y="0"/>
                    </a:lnTo>
                    <a:cubicBezTo>
                      <a:pt x="1987607" y="0"/>
                      <a:pt x="2000918" y="5514"/>
                      <a:pt x="2010732" y="15328"/>
                    </a:cubicBezTo>
                    <a:cubicBezTo>
                      <a:pt x="2020547" y="25142"/>
                      <a:pt x="2026060" y="38453"/>
                      <a:pt x="2026060" y="52333"/>
                    </a:cubicBezTo>
                    <a:lnTo>
                      <a:pt x="2026060" y="425613"/>
                    </a:lnTo>
                    <a:cubicBezTo>
                      <a:pt x="2026060" y="454516"/>
                      <a:pt x="2002630" y="477946"/>
                      <a:pt x="1973728" y="477946"/>
                    </a:cubicBezTo>
                    <a:lnTo>
                      <a:pt x="52333" y="477946"/>
                    </a:lnTo>
                    <a:cubicBezTo>
                      <a:pt x="23430" y="477946"/>
                      <a:pt x="0" y="454516"/>
                      <a:pt x="0" y="425613"/>
                    </a:cubicBezTo>
                    <a:lnTo>
                      <a:pt x="0" y="52333"/>
                    </a:lnTo>
                    <a:cubicBezTo>
                      <a:pt x="0" y="23430"/>
                      <a:pt x="23430" y="0"/>
                      <a:pt x="52333" y="0"/>
                    </a:cubicBezTo>
                    <a:close/>
                  </a:path>
                </a:pathLst>
              </a:custGeom>
              <a:solidFill>
                <a:srgbClr val="FFFFFF"/>
              </a:solidFill>
              <a:ln w="38100" cap="rnd">
                <a:solidFill>
                  <a:srgbClr val="000000"/>
                </a:solidFill>
                <a:prstDash val="solid"/>
                <a:round/>
              </a:ln>
            </p:spPr>
          </p:sp>
          <p:sp>
            <p:nvSpPr>
              <p:cNvPr name="TextBox 25" id="25"/>
              <p:cNvSpPr txBox="true"/>
              <p:nvPr/>
            </p:nvSpPr>
            <p:spPr>
              <a:xfrm>
                <a:off x="0" y="-66675"/>
                <a:ext cx="2026060" cy="544621"/>
              </a:xfrm>
              <a:prstGeom prst="rect">
                <a:avLst/>
              </a:prstGeom>
            </p:spPr>
            <p:txBody>
              <a:bodyPr anchor="ctr" rtlCol="false" tIns="50800" lIns="50800" bIns="50800" rIns="50800"/>
              <a:lstStyle/>
              <a:p>
                <a:pPr algn="ctr">
                  <a:lnSpc>
                    <a:spcPts val="2700"/>
                  </a:lnSpc>
                </a:pPr>
              </a:p>
            </p:txBody>
          </p:sp>
        </p:grpSp>
        <p:sp>
          <p:nvSpPr>
            <p:cNvPr name="TextBox 26" id="26"/>
            <p:cNvSpPr txBox="true"/>
            <p:nvPr/>
          </p:nvSpPr>
          <p:spPr>
            <a:xfrm rot="0">
              <a:off x="765803" y="406732"/>
              <a:ext cx="9491128" cy="740834"/>
            </a:xfrm>
            <a:prstGeom prst="rect">
              <a:avLst/>
            </a:prstGeom>
          </p:spPr>
          <p:txBody>
            <a:bodyPr anchor="t" rtlCol="false" tIns="0" lIns="0" bIns="0" rIns="0">
              <a:spAutoFit/>
            </a:bodyPr>
            <a:lstStyle/>
            <a:p>
              <a:pPr algn="l">
                <a:lnSpc>
                  <a:spcPts val="4549"/>
                </a:lnSpc>
              </a:pPr>
              <a:r>
                <a:rPr lang="en-US" sz="3499" b="true">
                  <a:solidFill>
                    <a:srgbClr val="000000"/>
                  </a:solidFill>
                  <a:latin typeface="둥근펜 Bold"/>
                  <a:ea typeface="둥근펜 Bold"/>
                  <a:cs typeface="둥근펜 Bold"/>
                  <a:sym typeface="둥근펜 Bold"/>
                </a:rPr>
                <a:t>청중의 기억에 남도록</a:t>
              </a:r>
            </a:p>
          </p:txBody>
        </p:sp>
        <p:sp>
          <p:nvSpPr>
            <p:cNvPr name="TextBox 27" id="27"/>
            <p:cNvSpPr txBox="true"/>
            <p:nvPr/>
          </p:nvSpPr>
          <p:spPr>
            <a:xfrm rot="0">
              <a:off x="765803" y="1446015"/>
              <a:ext cx="9491128" cy="491490"/>
            </a:xfrm>
            <a:prstGeom prst="rect">
              <a:avLst/>
            </a:prstGeom>
          </p:spPr>
          <p:txBody>
            <a:bodyPr anchor="t" rtlCol="false" tIns="0" lIns="0" bIns="0" rIns="0">
              <a:spAutoFit/>
            </a:bodyPr>
            <a:lstStyle/>
            <a:p>
              <a:pPr algn="l" marL="0" indent="0" lvl="0">
                <a:lnSpc>
                  <a:spcPts val="3299"/>
                </a:lnSpc>
              </a:pPr>
              <a:r>
                <a:rPr lang="en-US" sz="2199" spc="-21">
                  <a:solidFill>
                    <a:srgbClr val="000000"/>
                  </a:solidFill>
                  <a:latin typeface="둥근펜"/>
                  <a:ea typeface="둥근펜"/>
                  <a:cs typeface="둥근펜"/>
                  <a:sym typeface="둥근펜"/>
                </a:rPr>
                <a:t>간결하고 인상적인 문장으로 적어야 한다</a:t>
              </a:r>
            </a:p>
          </p:txBody>
        </p:sp>
      </p:grpSp>
      <p:grpSp>
        <p:nvGrpSpPr>
          <p:cNvPr name="Group 28" id="28"/>
          <p:cNvGrpSpPr/>
          <p:nvPr/>
        </p:nvGrpSpPr>
        <p:grpSpPr>
          <a:xfrm rot="0">
            <a:off x="9296345" y="7379670"/>
            <a:ext cx="7692698" cy="1814701"/>
            <a:chOff x="0" y="0"/>
            <a:chExt cx="10256931" cy="2419602"/>
          </a:xfrm>
        </p:grpSpPr>
        <p:grpSp>
          <p:nvGrpSpPr>
            <p:cNvPr name="Group 29" id="29"/>
            <p:cNvGrpSpPr/>
            <p:nvPr/>
          </p:nvGrpSpPr>
          <p:grpSpPr>
            <a:xfrm rot="0">
              <a:off x="0" y="0"/>
              <a:ext cx="10256931" cy="2419602"/>
              <a:chOff x="0" y="0"/>
              <a:chExt cx="2026060" cy="477946"/>
            </a:xfrm>
          </p:grpSpPr>
          <p:sp>
            <p:nvSpPr>
              <p:cNvPr name="Freeform 30" id="30"/>
              <p:cNvSpPr/>
              <p:nvPr/>
            </p:nvSpPr>
            <p:spPr>
              <a:xfrm flipH="false" flipV="false" rot="0">
                <a:off x="0" y="0"/>
                <a:ext cx="2026060" cy="477946"/>
              </a:xfrm>
              <a:custGeom>
                <a:avLst/>
                <a:gdLst/>
                <a:ahLst/>
                <a:cxnLst/>
                <a:rect r="r" b="b" t="t" l="l"/>
                <a:pathLst>
                  <a:path h="477946" w="2026060">
                    <a:moveTo>
                      <a:pt x="52333" y="0"/>
                    </a:moveTo>
                    <a:lnTo>
                      <a:pt x="1973728" y="0"/>
                    </a:lnTo>
                    <a:cubicBezTo>
                      <a:pt x="1987607" y="0"/>
                      <a:pt x="2000918" y="5514"/>
                      <a:pt x="2010732" y="15328"/>
                    </a:cubicBezTo>
                    <a:cubicBezTo>
                      <a:pt x="2020547" y="25142"/>
                      <a:pt x="2026060" y="38453"/>
                      <a:pt x="2026060" y="52333"/>
                    </a:cubicBezTo>
                    <a:lnTo>
                      <a:pt x="2026060" y="425613"/>
                    </a:lnTo>
                    <a:cubicBezTo>
                      <a:pt x="2026060" y="454516"/>
                      <a:pt x="2002630" y="477946"/>
                      <a:pt x="1973728" y="477946"/>
                    </a:cubicBezTo>
                    <a:lnTo>
                      <a:pt x="52333" y="477946"/>
                    </a:lnTo>
                    <a:cubicBezTo>
                      <a:pt x="23430" y="477946"/>
                      <a:pt x="0" y="454516"/>
                      <a:pt x="0" y="425613"/>
                    </a:cubicBezTo>
                    <a:lnTo>
                      <a:pt x="0" y="52333"/>
                    </a:lnTo>
                    <a:cubicBezTo>
                      <a:pt x="0" y="23430"/>
                      <a:pt x="23430" y="0"/>
                      <a:pt x="52333" y="0"/>
                    </a:cubicBezTo>
                    <a:close/>
                  </a:path>
                </a:pathLst>
              </a:custGeom>
              <a:solidFill>
                <a:srgbClr val="FFFFFF"/>
              </a:solidFill>
              <a:ln w="38100" cap="rnd">
                <a:solidFill>
                  <a:srgbClr val="000000"/>
                </a:solidFill>
                <a:prstDash val="solid"/>
                <a:round/>
              </a:ln>
            </p:spPr>
          </p:sp>
          <p:sp>
            <p:nvSpPr>
              <p:cNvPr name="TextBox 31" id="31"/>
              <p:cNvSpPr txBox="true"/>
              <p:nvPr/>
            </p:nvSpPr>
            <p:spPr>
              <a:xfrm>
                <a:off x="0" y="-66675"/>
                <a:ext cx="2026060" cy="544621"/>
              </a:xfrm>
              <a:prstGeom prst="rect">
                <a:avLst/>
              </a:prstGeom>
            </p:spPr>
            <p:txBody>
              <a:bodyPr anchor="ctr" rtlCol="false" tIns="50800" lIns="50800" bIns="50800" rIns="50800"/>
              <a:lstStyle/>
              <a:p>
                <a:pPr algn="ctr">
                  <a:lnSpc>
                    <a:spcPts val="2700"/>
                  </a:lnSpc>
                </a:pPr>
              </a:p>
            </p:txBody>
          </p:sp>
        </p:grpSp>
        <p:sp>
          <p:nvSpPr>
            <p:cNvPr name="TextBox 32" id="32"/>
            <p:cNvSpPr txBox="true"/>
            <p:nvPr/>
          </p:nvSpPr>
          <p:spPr>
            <a:xfrm rot="0">
              <a:off x="765803" y="406732"/>
              <a:ext cx="9491128" cy="740834"/>
            </a:xfrm>
            <a:prstGeom prst="rect">
              <a:avLst/>
            </a:prstGeom>
          </p:spPr>
          <p:txBody>
            <a:bodyPr anchor="t" rtlCol="false" tIns="0" lIns="0" bIns="0" rIns="0">
              <a:spAutoFit/>
            </a:bodyPr>
            <a:lstStyle/>
            <a:p>
              <a:pPr algn="l">
                <a:lnSpc>
                  <a:spcPts val="4549"/>
                </a:lnSpc>
              </a:pPr>
              <a:r>
                <a:rPr lang="en-US" sz="3499" b="true">
                  <a:solidFill>
                    <a:srgbClr val="000000"/>
                  </a:solidFill>
                  <a:latin typeface="둥근펜 Bold"/>
                  <a:ea typeface="둥근펜 Bold"/>
                  <a:cs typeface="둥근펜 Bold"/>
                  <a:sym typeface="둥근펜 Bold"/>
                </a:rPr>
                <a:t>일관적인 전체내용</a:t>
              </a:r>
            </a:p>
          </p:txBody>
        </p:sp>
        <p:sp>
          <p:nvSpPr>
            <p:cNvPr name="TextBox 33" id="33"/>
            <p:cNvSpPr txBox="true"/>
            <p:nvPr/>
          </p:nvSpPr>
          <p:spPr>
            <a:xfrm rot="0">
              <a:off x="765803" y="1446015"/>
              <a:ext cx="9491128" cy="491490"/>
            </a:xfrm>
            <a:prstGeom prst="rect">
              <a:avLst/>
            </a:prstGeom>
          </p:spPr>
          <p:txBody>
            <a:bodyPr anchor="t" rtlCol="false" tIns="0" lIns="0" bIns="0" rIns="0">
              <a:spAutoFit/>
            </a:bodyPr>
            <a:lstStyle/>
            <a:p>
              <a:pPr algn="l" marL="0" indent="0" lvl="0">
                <a:lnSpc>
                  <a:spcPts val="3299"/>
                </a:lnSpc>
              </a:pPr>
              <a:r>
                <a:rPr lang="en-US" sz="2199" spc="-21">
                  <a:solidFill>
                    <a:srgbClr val="000000"/>
                  </a:solidFill>
                  <a:latin typeface="둥근펜"/>
                  <a:ea typeface="둥근펜"/>
                  <a:cs typeface="둥근펜"/>
                  <a:sym typeface="둥근펜"/>
                </a:rPr>
                <a:t>슬라이드,데이터 모두 메시지 강화</a:t>
              </a:r>
            </a:p>
          </p:txBody>
        </p:sp>
      </p:grpSp>
      <p:sp>
        <p:nvSpPr>
          <p:cNvPr name="AutoShape 34" id="34"/>
          <p:cNvSpPr/>
          <p:nvPr/>
        </p:nvSpPr>
        <p:spPr>
          <a:xfrm>
            <a:off x="1298957" y="2326098"/>
            <a:ext cx="15690087" cy="0"/>
          </a:xfrm>
          <a:prstGeom prst="line">
            <a:avLst/>
          </a:prstGeom>
          <a:ln cap="flat" w="28575">
            <a:solidFill>
              <a:srgbClr val="000000"/>
            </a:solidFill>
            <a:prstDash val="solid"/>
            <a:headEnd type="none" len="sm" w="sm"/>
            <a:tailEnd type="none" len="sm" w="sm"/>
          </a:ln>
        </p:spPr>
      </p:sp>
      <p:sp>
        <p:nvSpPr>
          <p:cNvPr name="TextBox 35" id="35"/>
          <p:cNvSpPr txBox="true"/>
          <p:nvPr/>
        </p:nvSpPr>
        <p:spPr>
          <a:xfrm rot="0">
            <a:off x="4897154" y="1292461"/>
            <a:ext cx="8493692" cy="752475"/>
          </a:xfrm>
          <a:prstGeom prst="rect">
            <a:avLst/>
          </a:prstGeom>
        </p:spPr>
        <p:txBody>
          <a:bodyPr anchor="t" rtlCol="false" tIns="0" lIns="0" bIns="0" rIns="0">
            <a:spAutoFit/>
          </a:bodyPr>
          <a:lstStyle/>
          <a:p>
            <a:pPr algn="ctr">
              <a:lnSpc>
                <a:spcPts val="5999"/>
              </a:lnSpc>
            </a:pPr>
            <a:r>
              <a:rPr lang="en-US" b="true" sz="4999">
                <a:solidFill>
                  <a:srgbClr val="0B5BDB"/>
                </a:solidFill>
                <a:latin typeface="둥근펜 Bold"/>
                <a:ea typeface="둥근펜 Bold"/>
                <a:cs typeface="둥근펜 Bold"/>
                <a:sym typeface="둥근펜 Bold"/>
              </a:rPr>
              <a:t>리스트로 표현한 레이아웃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AEFF0"/>
        </a:solidFill>
      </p:bgPr>
    </p:bg>
    <p:spTree>
      <p:nvGrpSpPr>
        <p:cNvPr id="1" name=""/>
        <p:cNvGrpSpPr/>
        <p:nvPr/>
      </p:nvGrpSpPr>
      <p:grpSpPr>
        <a:xfrm>
          <a:off x="0" y="0"/>
          <a:ext cx="0" cy="0"/>
          <a:chOff x="0" y="0"/>
          <a:chExt cx="0" cy="0"/>
        </a:xfrm>
      </p:grpSpPr>
      <p:grpSp>
        <p:nvGrpSpPr>
          <p:cNvPr name="Group 2" id="2"/>
          <p:cNvGrpSpPr/>
          <p:nvPr/>
        </p:nvGrpSpPr>
        <p:grpSpPr>
          <a:xfrm rot="0">
            <a:off x="461169" y="408679"/>
            <a:ext cx="17365662" cy="9469643"/>
            <a:chOff x="0" y="0"/>
            <a:chExt cx="4573672" cy="2494062"/>
          </a:xfrm>
        </p:grpSpPr>
        <p:sp>
          <p:nvSpPr>
            <p:cNvPr name="Freeform 3" id="3"/>
            <p:cNvSpPr/>
            <p:nvPr/>
          </p:nvSpPr>
          <p:spPr>
            <a:xfrm flipH="false" flipV="false" rot="0">
              <a:off x="0" y="0"/>
              <a:ext cx="4573672" cy="2494062"/>
            </a:xfrm>
            <a:custGeom>
              <a:avLst/>
              <a:gdLst/>
              <a:ahLst/>
              <a:cxnLst/>
              <a:rect r="r" b="b" t="t" l="l"/>
              <a:pathLst>
                <a:path h="2494062" w="4573672">
                  <a:moveTo>
                    <a:pt x="0" y="0"/>
                  </a:moveTo>
                  <a:lnTo>
                    <a:pt x="4573672" y="0"/>
                  </a:lnTo>
                  <a:lnTo>
                    <a:pt x="4573672" y="2494062"/>
                  </a:lnTo>
                  <a:lnTo>
                    <a:pt x="0" y="2494062"/>
                  </a:lnTo>
                  <a:close/>
                </a:path>
              </a:pathLst>
            </a:custGeom>
            <a:solidFill>
              <a:srgbClr val="FFFFFF"/>
            </a:solidFill>
            <a:ln w="9525" cap="sq">
              <a:solidFill>
                <a:srgbClr val="000000"/>
              </a:solidFill>
              <a:prstDash val="solid"/>
              <a:miter/>
            </a:ln>
          </p:spPr>
        </p:sp>
        <p:sp>
          <p:nvSpPr>
            <p:cNvPr name="TextBox 4" id="4"/>
            <p:cNvSpPr txBox="true"/>
            <p:nvPr/>
          </p:nvSpPr>
          <p:spPr>
            <a:xfrm>
              <a:off x="0" y="-95250"/>
              <a:ext cx="4573672" cy="2589312"/>
            </a:xfrm>
            <a:prstGeom prst="rect">
              <a:avLst/>
            </a:prstGeom>
          </p:spPr>
          <p:txBody>
            <a:bodyPr anchor="ctr" rtlCol="false" tIns="50800" lIns="50800" bIns="50800" rIns="50800"/>
            <a:lstStyle/>
            <a:p>
              <a:pPr algn="ctr">
                <a:lnSpc>
                  <a:spcPts val="4049"/>
                </a:lnSpc>
              </a:pPr>
            </a:p>
          </p:txBody>
        </p:sp>
      </p:grpSp>
      <p:sp>
        <p:nvSpPr>
          <p:cNvPr name="AutoShape 5" id="5"/>
          <p:cNvSpPr/>
          <p:nvPr/>
        </p:nvSpPr>
        <p:spPr>
          <a:xfrm>
            <a:off x="1298957" y="2326098"/>
            <a:ext cx="15690087" cy="0"/>
          </a:xfrm>
          <a:prstGeom prst="line">
            <a:avLst/>
          </a:prstGeom>
          <a:ln cap="flat" w="28575">
            <a:solidFill>
              <a:srgbClr val="000000"/>
            </a:solidFill>
            <a:prstDash val="solid"/>
            <a:headEnd type="none" len="sm" w="sm"/>
            <a:tailEnd type="none" len="sm" w="sm"/>
          </a:ln>
        </p:spPr>
      </p:sp>
      <p:sp>
        <p:nvSpPr>
          <p:cNvPr name="TextBox 6" id="6"/>
          <p:cNvSpPr txBox="true"/>
          <p:nvPr/>
        </p:nvSpPr>
        <p:spPr>
          <a:xfrm rot="0">
            <a:off x="5188299" y="1292461"/>
            <a:ext cx="7911403" cy="752475"/>
          </a:xfrm>
          <a:prstGeom prst="rect">
            <a:avLst/>
          </a:prstGeom>
        </p:spPr>
        <p:txBody>
          <a:bodyPr anchor="t" rtlCol="false" tIns="0" lIns="0" bIns="0" rIns="0">
            <a:spAutoFit/>
          </a:bodyPr>
          <a:lstStyle/>
          <a:p>
            <a:pPr algn="ctr">
              <a:lnSpc>
                <a:spcPts val="5999"/>
              </a:lnSpc>
            </a:pPr>
            <a:r>
              <a:rPr lang="en-US" b="true" sz="4999">
                <a:solidFill>
                  <a:srgbClr val="0B5BDB"/>
                </a:solidFill>
                <a:latin typeface="둥근펜 Bold"/>
                <a:ea typeface="둥근펜 Bold"/>
                <a:cs typeface="둥근펜 Bold"/>
                <a:sym typeface="둥근펜 Bold"/>
              </a:rPr>
              <a:t>그래프로 표현하는 레이아웃</a:t>
            </a:r>
          </a:p>
        </p:txBody>
      </p:sp>
      <p:sp>
        <p:nvSpPr>
          <p:cNvPr name="TextBox 7" id="7"/>
          <p:cNvSpPr txBox="true"/>
          <p:nvPr/>
        </p:nvSpPr>
        <p:spPr>
          <a:xfrm rot="0">
            <a:off x="1298957" y="8537003"/>
            <a:ext cx="6525250" cy="518161"/>
          </a:xfrm>
          <a:prstGeom prst="rect">
            <a:avLst/>
          </a:prstGeom>
        </p:spPr>
        <p:txBody>
          <a:bodyPr anchor="t" rtlCol="false" tIns="0" lIns="0" bIns="0" rIns="0">
            <a:spAutoFit/>
          </a:bodyPr>
          <a:lstStyle/>
          <a:p>
            <a:pPr algn="ctr" marL="0" indent="0" lvl="0">
              <a:lnSpc>
                <a:spcPts val="4349"/>
              </a:lnSpc>
              <a:spcBef>
                <a:spcPct val="0"/>
              </a:spcBef>
            </a:pPr>
            <a:r>
              <a:rPr lang="en-US" b="true" sz="2899" spc="150">
                <a:solidFill>
                  <a:srgbClr val="000000"/>
                </a:solidFill>
                <a:latin typeface="둥근펜 Bold"/>
                <a:ea typeface="둥근펜 Bold"/>
                <a:cs typeface="둥근펜 Bold"/>
                <a:sym typeface="둥근펜 Bold"/>
              </a:rPr>
              <a:t>시선 집중도가 높다.</a:t>
            </a:r>
          </a:p>
        </p:txBody>
      </p:sp>
      <p:sp>
        <p:nvSpPr>
          <p:cNvPr name="TextBox 8" id="8"/>
          <p:cNvSpPr txBox="true"/>
          <p:nvPr/>
        </p:nvSpPr>
        <p:spPr>
          <a:xfrm rot="0">
            <a:off x="5881375" y="8537003"/>
            <a:ext cx="6525250" cy="518161"/>
          </a:xfrm>
          <a:prstGeom prst="rect">
            <a:avLst/>
          </a:prstGeom>
        </p:spPr>
        <p:txBody>
          <a:bodyPr anchor="t" rtlCol="false" tIns="0" lIns="0" bIns="0" rIns="0">
            <a:spAutoFit/>
          </a:bodyPr>
          <a:lstStyle/>
          <a:p>
            <a:pPr algn="ctr" marL="0" indent="0" lvl="0">
              <a:lnSpc>
                <a:spcPts val="4349"/>
              </a:lnSpc>
              <a:spcBef>
                <a:spcPct val="0"/>
              </a:spcBef>
            </a:pPr>
            <a:r>
              <a:rPr lang="en-US" b="true" sz="2899" spc="150">
                <a:solidFill>
                  <a:srgbClr val="000000"/>
                </a:solidFill>
                <a:latin typeface="둥근펜 Bold"/>
                <a:ea typeface="둥근펜 Bold"/>
                <a:cs typeface="둥근펜 Bold"/>
                <a:sym typeface="둥근펜 Bold"/>
              </a:rPr>
              <a:t> 비율 비교에 효과적</a:t>
            </a:r>
          </a:p>
        </p:txBody>
      </p:sp>
      <p:sp>
        <p:nvSpPr>
          <p:cNvPr name="TextBox 9" id="9"/>
          <p:cNvSpPr txBox="true"/>
          <p:nvPr/>
        </p:nvSpPr>
        <p:spPr>
          <a:xfrm rot="0">
            <a:off x="10883093" y="8537003"/>
            <a:ext cx="6525250" cy="518161"/>
          </a:xfrm>
          <a:prstGeom prst="rect">
            <a:avLst/>
          </a:prstGeom>
        </p:spPr>
        <p:txBody>
          <a:bodyPr anchor="t" rtlCol="false" tIns="0" lIns="0" bIns="0" rIns="0">
            <a:spAutoFit/>
          </a:bodyPr>
          <a:lstStyle/>
          <a:p>
            <a:pPr algn="ctr" marL="0" indent="0" lvl="0">
              <a:lnSpc>
                <a:spcPts val="4349"/>
              </a:lnSpc>
              <a:spcBef>
                <a:spcPct val="0"/>
              </a:spcBef>
            </a:pPr>
            <a:r>
              <a:rPr lang="en-US" b="true" sz="2899" spc="150">
                <a:solidFill>
                  <a:srgbClr val="000000"/>
                </a:solidFill>
                <a:latin typeface="둥근펜 Bold"/>
                <a:ea typeface="둥근펜 Bold"/>
                <a:cs typeface="둥근펜 Bold"/>
                <a:sym typeface="둥근펜 Bold"/>
              </a:rPr>
              <a:t> 메시지 중심 전달</a:t>
            </a:r>
          </a:p>
        </p:txBody>
      </p:sp>
      <p:pic>
        <p:nvPicPr>
          <p:cNvPr name="Picture 10" id="10"/>
          <p:cNvPicPr>
            <a:picLocks noChangeAspect="true"/>
          </p:cNvPicPr>
          <p:nvPr/>
        </p:nvPicPr>
        <p:blipFill>
          <a:blip r:embed="rId2"/>
          <a:stretch>
            <a:fillRect/>
          </a:stretch>
        </p:blipFill>
        <p:spPr>
          <a:xfrm rot="0">
            <a:off x="1611440" y="2893887"/>
            <a:ext cx="5684897" cy="5479622"/>
          </a:xfrm>
          <a:prstGeom prst="rect">
            <a:avLst/>
          </a:prstGeom>
        </p:spPr>
      </p:pic>
      <p:pic>
        <p:nvPicPr>
          <p:cNvPr name="Picture 11" id="11"/>
          <p:cNvPicPr>
            <a:picLocks noChangeAspect="true"/>
          </p:cNvPicPr>
          <p:nvPr/>
        </p:nvPicPr>
        <p:blipFill>
          <a:blip r:embed="rId3"/>
          <a:stretch>
            <a:fillRect/>
          </a:stretch>
        </p:blipFill>
        <p:spPr>
          <a:xfrm rot="0">
            <a:off x="11757746" y="2936475"/>
            <a:ext cx="5173841" cy="5103008"/>
          </a:xfrm>
          <a:prstGeom prst="rect">
            <a:avLst/>
          </a:prstGeom>
        </p:spPr>
      </p:pic>
      <p:pic>
        <p:nvPicPr>
          <p:cNvPr name="Picture 12" id="12"/>
          <p:cNvPicPr>
            <a:picLocks noChangeAspect="true"/>
          </p:cNvPicPr>
          <p:nvPr/>
        </p:nvPicPr>
        <p:blipFill>
          <a:blip r:embed="rId4"/>
          <a:stretch>
            <a:fillRect/>
          </a:stretch>
        </p:blipFill>
        <p:spPr>
          <a:xfrm rot="0">
            <a:off x="7037916" y="3153723"/>
            <a:ext cx="4934431" cy="4959949"/>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AEFF0"/>
        </a:solidFill>
      </p:bgPr>
    </p:bg>
    <p:spTree>
      <p:nvGrpSpPr>
        <p:cNvPr id="1" name=""/>
        <p:cNvGrpSpPr/>
        <p:nvPr/>
      </p:nvGrpSpPr>
      <p:grpSpPr>
        <a:xfrm>
          <a:off x="0" y="0"/>
          <a:ext cx="0" cy="0"/>
          <a:chOff x="0" y="0"/>
          <a:chExt cx="0" cy="0"/>
        </a:xfrm>
      </p:grpSpPr>
      <p:grpSp>
        <p:nvGrpSpPr>
          <p:cNvPr name="Group 2" id="2"/>
          <p:cNvGrpSpPr/>
          <p:nvPr/>
        </p:nvGrpSpPr>
        <p:grpSpPr>
          <a:xfrm rot="0">
            <a:off x="461169" y="408679"/>
            <a:ext cx="17365662" cy="9469643"/>
            <a:chOff x="0" y="0"/>
            <a:chExt cx="4573672" cy="2494062"/>
          </a:xfrm>
        </p:grpSpPr>
        <p:sp>
          <p:nvSpPr>
            <p:cNvPr name="Freeform 3" id="3"/>
            <p:cNvSpPr/>
            <p:nvPr/>
          </p:nvSpPr>
          <p:spPr>
            <a:xfrm flipH="false" flipV="false" rot="0">
              <a:off x="0" y="0"/>
              <a:ext cx="4573672" cy="2494062"/>
            </a:xfrm>
            <a:custGeom>
              <a:avLst/>
              <a:gdLst/>
              <a:ahLst/>
              <a:cxnLst/>
              <a:rect r="r" b="b" t="t" l="l"/>
              <a:pathLst>
                <a:path h="2494062" w="4573672">
                  <a:moveTo>
                    <a:pt x="0" y="0"/>
                  </a:moveTo>
                  <a:lnTo>
                    <a:pt x="4573672" y="0"/>
                  </a:lnTo>
                  <a:lnTo>
                    <a:pt x="4573672" y="2494062"/>
                  </a:lnTo>
                  <a:lnTo>
                    <a:pt x="0" y="2494062"/>
                  </a:lnTo>
                  <a:close/>
                </a:path>
              </a:pathLst>
            </a:custGeom>
            <a:solidFill>
              <a:srgbClr val="FFFFFF"/>
            </a:solidFill>
            <a:ln w="9525" cap="sq">
              <a:solidFill>
                <a:srgbClr val="000000"/>
              </a:solidFill>
              <a:prstDash val="solid"/>
              <a:miter/>
            </a:ln>
          </p:spPr>
        </p:sp>
        <p:sp>
          <p:nvSpPr>
            <p:cNvPr name="TextBox 4" id="4"/>
            <p:cNvSpPr txBox="true"/>
            <p:nvPr/>
          </p:nvSpPr>
          <p:spPr>
            <a:xfrm>
              <a:off x="0" y="-95250"/>
              <a:ext cx="4573672" cy="2589312"/>
            </a:xfrm>
            <a:prstGeom prst="rect">
              <a:avLst/>
            </a:prstGeom>
          </p:spPr>
          <p:txBody>
            <a:bodyPr anchor="ctr" rtlCol="false" tIns="50800" lIns="50800" bIns="50800" rIns="50800"/>
            <a:lstStyle/>
            <a:p>
              <a:pPr algn="ctr">
                <a:lnSpc>
                  <a:spcPts val="4049"/>
                </a:lnSpc>
              </a:pPr>
            </a:p>
          </p:txBody>
        </p:sp>
      </p:grpSp>
      <p:sp>
        <p:nvSpPr>
          <p:cNvPr name="AutoShape 5" id="5"/>
          <p:cNvSpPr/>
          <p:nvPr/>
        </p:nvSpPr>
        <p:spPr>
          <a:xfrm>
            <a:off x="1298957" y="2326098"/>
            <a:ext cx="15690087" cy="0"/>
          </a:xfrm>
          <a:prstGeom prst="line">
            <a:avLst/>
          </a:prstGeom>
          <a:ln cap="flat" w="28575">
            <a:solidFill>
              <a:srgbClr val="000000"/>
            </a:solidFill>
            <a:prstDash val="solid"/>
            <a:headEnd type="none" len="sm" w="sm"/>
            <a:tailEnd type="none" len="sm" w="sm"/>
          </a:ln>
        </p:spPr>
      </p:sp>
      <p:grpSp>
        <p:nvGrpSpPr>
          <p:cNvPr name="Group 6" id="6"/>
          <p:cNvGrpSpPr/>
          <p:nvPr/>
        </p:nvGrpSpPr>
        <p:grpSpPr>
          <a:xfrm rot="0">
            <a:off x="2066120" y="3461380"/>
            <a:ext cx="14543953" cy="5488527"/>
            <a:chOff x="0" y="0"/>
            <a:chExt cx="19391938" cy="7318036"/>
          </a:xfrm>
        </p:grpSpPr>
        <p:grpSp>
          <p:nvGrpSpPr>
            <p:cNvPr name="Group 7" id="7"/>
            <p:cNvGrpSpPr/>
            <p:nvPr/>
          </p:nvGrpSpPr>
          <p:grpSpPr>
            <a:xfrm rot="0">
              <a:off x="0" y="1695200"/>
              <a:ext cx="4344601" cy="5622836"/>
              <a:chOff x="0" y="0"/>
              <a:chExt cx="703593" cy="910598"/>
            </a:xfrm>
          </p:grpSpPr>
          <p:sp>
            <p:nvSpPr>
              <p:cNvPr name="Freeform 8" id="8"/>
              <p:cNvSpPr/>
              <p:nvPr/>
            </p:nvSpPr>
            <p:spPr>
              <a:xfrm flipH="false" flipV="false" rot="0">
                <a:off x="0" y="0"/>
                <a:ext cx="703593" cy="910598"/>
              </a:xfrm>
              <a:custGeom>
                <a:avLst/>
                <a:gdLst/>
                <a:ahLst/>
                <a:cxnLst/>
                <a:rect r="r" b="b" t="t" l="l"/>
                <a:pathLst>
                  <a:path h="910598" w="703593">
                    <a:moveTo>
                      <a:pt x="0" y="0"/>
                    </a:moveTo>
                    <a:lnTo>
                      <a:pt x="703593" y="0"/>
                    </a:lnTo>
                    <a:lnTo>
                      <a:pt x="703593" y="910598"/>
                    </a:lnTo>
                    <a:lnTo>
                      <a:pt x="0" y="910598"/>
                    </a:lnTo>
                    <a:close/>
                  </a:path>
                </a:pathLst>
              </a:custGeom>
              <a:solidFill>
                <a:srgbClr val="FAFAFA"/>
              </a:solidFill>
              <a:ln w="19050" cap="sq">
                <a:solidFill>
                  <a:srgbClr val="000000"/>
                </a:solidFill>
                <a:prstDash val="solid"/>
                <a:miter/>
              </a:ln>
            </p:spPr>
          </p:sp>
          <p:sp>
            <p:nvSpPr>
              <p:cNvPr name="TextBox 9" id="9"/>
              <p:cNvSpPr txBox="true"/>
              <p:nvPr/>
            </p:nvSpPr>
            <p:spPr>
              <a:xfrm>
                <a:off x="0" y="-38100"/>
                <a:ext cx="703593" cy="948698"/>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859455" y="0"/>
              <a:ext cx="2443986" cy="2429229"/>
              <a:chOff x="0" y="0"/>
              <a:chExt cx="395795" cy="393405"/>
            </a:xfrm>
          </p:grpSpPr>
          <p:sp>
            <p:nvSpPr>
              <p:cNvPr name="Freeform 11" id="11"/>
              <p:cNvSpPr/>
              <p:nvPr/>
            </p:nvSpPr>
            <p:spPr>
              <a:xfrm flipH="false" flipV="false" rot="0">
                <a:off x="0" y="0"/>
                <a:ext cx="395795" cy="393405"/>
              </a:xfrm>
              <a:custGeom>
                <a:avLst/>
                <a:gdLst/>
                <a:ahLst/>
                <a:cxnLst/>
                <a:rect r="r" b="b" t="t" l="l"/>
                <a:pathLst>
                  <a:path h="393405" w="395795">
                    <a:moveTo>
                      <a:pt x="196703" y="0"/>
                    </a:moveTo>
                    <a:lnTo>
                      <a:pt x="199092" y="0"/>
                    </a:lnTo>
                    <a:cubicBezTo>
                      <a:pt x="307728" y="0"/>
                      <a:pt x="395795" y="88067"/>
                      <a:pt x="395795" y="196703"/>
                    </a:cubicBezTo>
                    <a:lnTo>
                      <a:pt x="395795" y="196703"/>
                    </a:lnTo>
                    <a:cubicBezTo>
                      <a:pt x="395795" y="305338"/>
                      <a:pt x="307728" y="393405"/>
                      <a:pt x="199092" y="393405"/>
                    </a:cubicBezTo>
                    <a:lnTo>
                      <a:pt x="196703" y="393405"/>
                    </a:lnTo>
                    <a:cubicBezTo>
                      <a:pt x="88067" y="393405"/>
                      <a:pt x="0" y="305338"/>
                      <a:pt x="0" y="196703"/>
                    </a:cubicBezTo>
                    <a:lnTo>
                      <a:pt x="0" y="196703"/>
                    </a:lnTo>
                    <a:cubicBezTo>
                      <a:pt x="0" y="88067"/>
                      <a:pt x="88067" y="0"/>
                      <a:pt x="196703" y="0"/>
                    </a:cubicBezTo>
                    <a:close/>
                  </a:path>
                </a:pathLst>
              </a:custGeom>
              <a:solidFill>
                <a:srgbClr val="0B5BDB"/>
              </a:solidFill>
            </p:spPr>
          </p:sp>
          <p:sp>
            <p:nvSpPr>
              <p:cNvPr name="TextBox 12" id="12"/>
              <p:cNvSpPr txBox="true"/>
              <p:nvPr/>
            </p:nvSpPr>
            <p:spPr>
              <a:xfrm>
                <a:off x="0" y="-95250"/>
                <a:ext cx="395795" cy="488655"/>
              </a:xfrm>
              <a:prstGeom prst="rect">
                <a:avLst/>
              </a:prstGeom>
            </p:spPr>
            <p:txBody>
              <a:bodyPr anchor="ctr" rtlCol="false" tIns="50800" lIns="50800" bIns="50800" rIns="50800"/>
              <a:lstStyle/>
              <a:p>
                <a:pPr algn="ctr">
                  <a:lnSpc>
                    <a:spcPts val="7279"/>
                  </a:lnSpc>
                </a:pPr>
                <a:r>
                  <a:rPr lang="en-US" b="true" sz="5199">
                    <a:solidFill>
                      <a:srgbClr val="FFFFFF"/>
                    </a:solidFill>
                    <a:latin typeface="둥근펜 Bold"/>
                    <a:ea typeface="둥근펜 Bold"/>
                    <a:cs typeface="둥근펜 Bold"/>
                    <a:sym typeface="둥근펜 Bold"/>
                  </a:rPr>
                  <a:t>01</a:t>
                </a:r>
              </a:p>
            </p:txBody>
          </p:sp>
        </p:grpSp>
        <p:sp>
          <p:nvSpPr>
            <p:cNvPr name="TextBox 13" id="13"/>
            <p:cNvSpPr txBox="true"/>
            <p:nvPr/>
          </p:nvSpPr>
          <p:spPr>
            <a:xfrm rot="0">
              <a:off x="143113" y="3055647"/>
              <a:ext cx="4058376" cy="740834"/>
            </a:xfrm>
            <a:prstGeom prst="rect">
              <a:avLst/>
            </a:prstGeom>
          </p:spPr>
          <p:txBody>
            <a:bodyPr anchor="t" rtlCol="false" tIns="0" lIns="0" bIns="0" rIns="0">
              <a:spAutoFit/>
            </a:bodyPr>
            <a:lstStyle/>
            <a:p>
              <a:pPr algn="ctr">
                <a:lnSpc>
                  <a:spcPts val="4549"/>
                </a:lnSpc>
              </a:pPr>
              <a:r>
                <a:rPr lang="en-US" b="true" sz="3499">
                  <a:solidFill>
                    <a:srgbClr val="000000"/>
                  </a:solidFill>
                  <a:latin typeface="둥근펜 Bold"/>
                  <a:ea typeface="둥근펜 Bold"/>
                  <a:cs typeface="둥근펜 Bold"/>
                  <a:sym typeface="둥근펜 Bold"/>
                </a:rPr>
                <a:t>시각 집중</a:t>
              </a:r>
            </a:p>
          </p:txBody>
        </p:sp>
        <p:sp>
          <p:nvSpPr>
            <p:cNvPr name="AutoShape 14" id="14"/>
            <p:cNvSpPr/>
            <p:nvPr/>
          </p:nvSpPr>
          <p:spPr>
            <a:xfrm flipV="true">
              <a:off x="230278" y="4325762"/>
              <a:ext cx="3805430" cy="0"/>
            </a:xfrm>
            <a:prstGeom prst="line">
              <a:avLst/>
            </a:prstGeom>
            <a:ln cap="flat" w="25400">
              <a:solidFill>
                <a:srgbClr val="000000"/>
              </a:solidFill>
              <a:prstDash val="solid"/>
              <a:headEnd type="none" len="sm" w="sm"/>
              <a:tailEnd type="none" len="sm" w="sm"/>
            </a:ln>
          </p:spPr>
        </p:sp>
        <p:grpSp>
          <p:nvGrpSpPr>
            <p:cNvPr name="Group 15" id="15"/>
            <p:cNvGrpSpPr/>
            <p:nvPr/>
          </p:nvGrpSpPr>
          <p:grpSpPr>
            <a:xfrm rot="0">
              <a:off x="5011934" y="1695200"/>
              <a:ext cx="4344601" cy="5622836"/>
              <a:chOff x="0" y="0"/>
              <a:chExt cx="703593" cy="910598"/>
            </a:xfrm>
          </p:grpSpPr>
          <p:sp>
            <p:nvSpPr>
              <p:cNvPr name="Freeform 16" id="16"/>
              <p:cNvSpPr/>
              <p:nvPr/>
            </p:nvSpPr>
            <p:spPr>
              <a:xfrm flipH="false" flipV="false" rot="0">
                <a:off x="0" y="0"/>
                <a:ext cx="703593" cy="910598"/>
              </a:xfrm>
              <a:custGeom>
                <a:avLst/>
                <a:gdLst/>
                <a:ahLst/>
                <a:cxnLst/>
                <a:rect r="r" b="b" t="t" l="l"/>
                <a:pathLst>
                  <a:path h="910598" w="703593">
                    <a:moveTo>
                      <a:pt x="0" y="0"/>
                    </a:moveTo>
                    <a:lnTo>
                      <a:pt x="703593" y="0"/>
                    </a:lnTo>
                    <a:lnTo>
                      <a:pt x="703593" y="910598"/>
                    </a:lnTo>
                    <a:lnTo>
                      <a:pt x="0" y="910598"/>
                    </a:lnTo>
                    <a:close/>
                  </a:path>
                </a:pathLst>
              </a:custGeom>
              <a:solidFill>
                <a:srgbClr val="FAFAFA"/>
              </a:solidFill>
              <a:ln w="19050" cap="sq">
                <a:solidFill>
                  <a:srgbClr val="000000"/>
                </a:solidFill>
                <a:prstDash val="solid"/>
                <a:miter/>
              </a:ln>
            </p:spPr>
          </p:sp>
          <p:sp>
            <p:nvSpPr>
              <p:cNvPr name="TextBox 17" id="17"/>
              <p:cNvSpPr txBox="true"/>
              <p:nvPr/>
            </p:nvSpPr>
            <p:spPr>
              <a:xfrm>
                <a:off x="0" y="-38100"/>
                <a:ext cx="703593" cy="948698"/>
              </a:xfrm>
              <a:prstGeom prst="rect">
                <a:avLst/>
              </a:prstGeom>
            </p:spPr>
            <p:txBody>
              <a:bodyPr anchor="ctr" rtlCol="false" tIns="50800" lIns="50800" bIns="50800" rIns="50800"/>
              <a:lstStyle/>
              <a:p>
                <a:pPr algn="ctr">
                  <a:lnSpc>
                    <a:spcPts val="3499"/>
                  </a:lnSpc>
                </a:pPr>
              </a:p>
            </p:txBody>
          </p:sp>
        </p:grpSp>
        <p:grpSp>
          <p:nvGrpSpPr>
            <p:cNvPr name="Group 18" id="18"/>
            <p:cNvGrpSpPr/>
            <p:nvPr/>
          </p:nvGrpSpPr>
          <p:grpSpPr>
            <a:xfrm rot="0">
              <a:off x="5871389" y="0"/>
              <a:ext cx="2443986" cy="2429229"/>
              <a:chOff x="0" y="0"/>
              <a:chExt cx="395795" cy="393405"/>
            </a:xfrm>
          </p:grpSpPr>
          <p:sp>
            <p:nvSpPr>
              <p:cNvPr name="Freeform 19" id="19"/>
              <p:cNvSpPr/>
              <p:nvPr/>
            </p:nvSpPr>
            <p:spPr>
              <a:xfrm flipH="false" flipV="false" rot="0">
                <a:off x="0" y="0"/>
                <a:ext cx="395795" cy="393405"/>
              </a:xfrm>
              <a:custGeom>
                <a:avLst/>
                <a:gdLst/>
                <a:ahLst/>
                <a:cxnLst/>
                <a:rect r="r" b="b" t="t" l="l"/>
                <a:pathLst>
                  <a:path h="393405" w="395795">
                    <a:moveTo>
                      <a:pt x="196703" y="0"/>
                    </a:moveTo>
                    <a:lnTo>
                      <a:pt x="199092" y="0"/>
                    </a:lnTo>
                    <a:cubicBezTo>
                      <a:pt x="307728" y="0"/>
                      <a:pt x="395795" y="88067"/>
                      <a:pt x="395795" y="196703"/>
                    </a:cubicBezTo>
                    <a:lnTo>
                      <a:pt x="395795" y="196703"/>
                    </a:lnTo>
                    <a:cubicBezTo>
                      <a:pt x="395795" y="305338"/>
                      <a:pt x="307728" y="393405"/>
                      <a:pt x="199092" y="393405"/>
                    </a:cubicBezTo>
                    <a:lnTo>
                      <a:pt x="196703" y="393405"/>
                    </a:lnTo>
                    <a:cubicBezTo>
                      <a:pt x="88067" y="393405"/>
                      <a:pt x="0" y="305338"/>
                      <a:pt x="0" y="196703"/>
                    </a:cubicBezTo>
                    <a:lnTo>
                      <a:pt x="0" y="196703"/>
                    </a:lnTo>
                    <a:cubicBezTo>
                      <a:pt x="0" y="88067"/>
                      <a:pt x="88067" y="0"/>
                      <a:pt x="196703" y="0"/>
                    </a:cubicBezTo>
                    <a:close/>
                  </a:path>
                </a:pathLst>
              </a:custGeom>
              <a:solidFill>
                <a:srgbClr val="0B5BDB"/>
              </a:solidFill>
            </p:spPr>
          </p:sp>
          <p:sp>
            <p:nvSpPr>
              <p:cNvPr name="TextBox 20" id="20"/>
              <p:cNvSpPr txBox="true"/>
              <p:nvPr/>
            </p:nvSpPr>
            <p:spPr>
              <a:xfrm>
                <a:off x="0" y="-95250"/>
                <a:ext cx="395795" cy="488655"/>
              </a:xfrm>
              <a:prstGeom prst="rect">
                <a:avLst/>
              </a:prstGeom>
            </p:spPr>
            <p:txBody>
              <a:bodyPr anchor="ctr" rtlCol="false" tIns="50800" lIns="50800" bIns="50800" rIns="50800"/>
              <a:lstStyle/>
              <a:p>
                <a:pPr algn="ctr">
                  <a:lnSpc>
                    <a:spcPts val="7279"/>
                  </a:lnSpc>
                </a:pPr>
                <a:r>
                  <a:rPr lang="en-US" b="true" sz="5199">
                    <a:solidFill>
                      <a:srgbClr val="FFFFFF"/>
                    </a:solidFill>
                    <a:latin typeface="둥근펜 Bold"/>
                    <a:ea typeface="둥근펜 Bold"/>
                    <a:cs typeface="둥근펜 Bold"/>
                    <a:sym typeface="둥근펜 Bold"/>
                  </a:rPr>
                  <a:t>02</a:t>
                </a:r>
              </a:p>
            </p:txBody>
          </p:sp>
        </p:grpSp>
        <p:sp>
          <p:nvSpPr>
            <p:cNvPr name="TextBox 21" id="21"/>
            <p:cNvSpPr txBox="true"/>
            <p:nvPr/>
          </p:nvSpPr>
          <p:spPr>
            <a:xfrm rot="0">
              <a:off x="5155046" y="3055647"/>
              <a:ext cx="4058376" cy="740834"/>
            </a:xfrm>
            <a:prstGeom prst="rect">
              <a:avLst/>
            </a:prstGeom>
          </p:spPr>
          <p:txBody>
            <a:bodyPr anchor="t" rtlCol="false" tIns="0" lIns="0" bIns="0" rIns="0">
              <a:spAutoFit/>
            </a:bodyPr>
            <a:lstStyle/>
            <a:p>
              <a:pPr algn="ctr">
                <a:lnSpc>
                  <a:spcPts val="4549"/>
                </a:lnSpc>
              </a:pPr>
              <a:r>
                <a:rPr lang="en-US" b="true" sz="3499">
                  <a:solidFill>
                    <a:srgbClr val="000000"/>
                  </a:solidFill>
                  <a:latin typeface="둥근펜 Bold"/>
                  <a:ea typeface="둥근펜 Bold"/>
                  <a:cs typeface="둥근펜 Bold"/>
                  <a:sym typeface="둥근펜 Bold"/>
                </a:rPr>
                <a:t>이해도 향상</a:t>
              </a:r>
            </a:p>
          </p:txBody>
        </p:sp>
        <p:sp>
          <p:nvSpPr>
            <p:cNvPr name="AutoShape 22" id="22"/>
            <p:cNvSpPr/>
            <p:nvPr/>
          </p:nvSpPr>
          <p:spPr>
            <a:xfrm flipV="true">
              <a:off x="5242212" y="4325762"/>
              <a:ext cx="3805430" cy="0"/>
            </a:xfrm>
            <a:prstGeom prst="line">
              <a:avLst/>
            </a:prstGeom>
            <a:ln cap="flat" w="25400">
              <a:solidFill>
                <a:srgbClr val="000000"/>
              </a:solidFill>
              <a:prstDash val="solid"/>
              <a:headEnd type="none" len="sm" w="sm"/>
              <a:tailEnd type="none" len="sm" w="sm"/>
            </a:ln>
          </p:spPr>
        </p:sp>
        <p:grpSp>
          <p:nvGrpSpPr>
            <p:cNvPr name="Group 23" id="23"/>
            <p:cNvGrpSpPr/>
            <p:nvPr/>
          </p:nvGrpSpPr>
          <p:grpSpPr>
            <a:xfrm rot="0">
              <a:off x="10029635" y="1695200"/>
              <a:ext cx="4344601" cy="5622836"/>
              <a:chOff x="0" y="0"/>
              <a:chExt cx="703593" cy="910598"/>
            </a:xfrm>
          </p:grpSpPr>
          <p:sp>
            <p:nvSpPr>
              <p:cNvPr name="Freeform 24" id="24"/>
              <p:cNvSpPr/>
              <p:nvPr/>
            </p:nvSpPr>
            <p:spPr>
              <a:xfrm flipH="false" flipV="false" rot="0">
                <a:off x="0" y="0"/>
                <a:ext cx="703593" cy="910598"/>
              </a:xfrm>
              <a:custGeom>
                <a:avLst/>
                <a:gdLst/>
                <a:ahLst/>
                <a:cxnLst/>
                <a:rect r="r" b="b" t="t" l="l"/>
                <a:pathLst>
                  <a:path h="910598" w="703593">
                    <a:moveTo>
                      <a:pt x="0" y="0"/>
                    </a:moveTo>
                    <a:lnTo>
                      <a:pt x="703593" y="0"/>
                    </a:lnTo>
                    <a:lnTo>
                      <a:pt x="703593" y="910598"/>
                    </a:lnTo>
                    <a:lnTo>
                      <a:pt x="0" y="910598"/>
                    </a:lnTo>
                    <a:close/>
                  </a:path>
                </a:pathLst>
              </a:custGeom>
              <a:solidFill>
                <a:srgbClr val="FAFAFA"/>
              </a:solidFill>
              <a:ln w="19050" cap="sq">
                <a:solidFill>
                  <a:srgbClr val="000000"/>
                </a:solidFill>
                <a:prstDash val="solid"/>
                <a:miter/>
              </a:ln>
            </p:spPr>
          </p:sp>
          <p:sp>
            <p:nvSpPr>
              <p:cNvPr name="TextBox 25" id="25"/>
              <p:cNvSpPr txBox="true"/>
              <p:nvPr/>
            </p:nvSpPr>
            <p:spPr>
              <a:xfrm>
                <a:off x="0" y="-38100"/>
                <a:ext cx="703593" cy="948698"/>
              </a:xfrm>
              <a:prstGeom prst="rect">
                <a:avLst/>
              </a:prstGeom>
            </p:spPr>
            <p:txBody>
              <a:bodyPr anchor="ctr" rtlCol="false" tIns="50800" lIns="50800" bIns="50800" rIns="50800"/>
              <a:lstStyle/>
              <a:p>
                <a:pPr algn="ctr">
                  <a:lnSpc>
                    <a:spcPts val="3499"/>
                  </a:lnSpc>
                </a:pPr>
              </a:p>
            </p:txBody>
          </p:sp>
        </p:grpSp>
        <p:grpSp>
          <p:nvGrpSpPr>
            <p:cNvPr name="Group 26" id="26"/>
            <p:cNvGrpSpPr/>
            <p:nvPr/>
          </p:nvGrpSpPr>
          <p:grpSpPr>
            <a:xfrm rot="0">
              <a:off x="10889090" y="0"/>
              <a:ext cx="2443986" cy="2429229"/>
              <a:chOff x="0" y="0"/>
              <a:chExt cx="395795" cy="393405"/>
            </a:xfrm>
          </p:grpSpPr>
          <p:sp>
            <p:nvSpPr>
              <p:cNvPr name="Freeform 27" id="27"/>
              <p:cNvSpPr/>
              <p:nvPr/>
            </p:nvSpPr>
            <p:spPr>
              <a:xfrm flipH="false" flipV="false" rot="0">
                <a:off x="0" y="0"/>
                <a:ext cx="395795" cy="393405"/>
              </a:xfrm>
              <a:custGeom>
                <a:avLst/>
                <a:gdLst/>
                <a:ahLst/>
                <a:cxnLst/>
                <a:rect r="r" b="b" t="t" l="l"/>
                <a:pathLst>
                  <a:path h="393405" w="395795">
                    <a:moveTo>
                      <a:pt x="196703" y="0"/>
                    </a:moveTo>
                    <a:lnTo>
                      <a:pt x="199092" y="0"/>
                    </a:lnTo>
                    <a:cubicBezTo>
                      <a:pt x="307728" y="0"/>
                      <a:pt x="395795" y="88067"/>
                      <a:pt x="395795" y="196703"/>
                    </a:cubicBezTo>
                    <a:lnTo>
                      <a:pt x="395795" y="196703"/>
                    </a:lnTo>
                    <a:cubicBezTo>
                      <a:pt x="395795" y="305338"/>
                      <a:pt x="307728" y="393405"/>
                      <a:pt x="199092" y="393405"/>
                    </a:cubicBezTo>
                    <a:lnTo>
                      <a:pt x="196703" y="393405"/>
                    </a:lnTo>
                    <a:cubicBezTo>
                      <a:pt x="88067" y="393405"/>
                      <a:pt x="0" y="305338"/>
                      <a:pt x="0" y="196703"/>
                    </a:cubicBezTo>
                    <a:lnTo>
                      <a:pt x="0" y="196703"/>
                    </a:lnTo>
                    <a:cubicBezTo>
                      <a:pt x="0" y="88067"/>
                      <a:pt x="88067" y="0"/>
                      <a:pt x="196703" y="0"/>
                    </a:cubicBezTo>
                    <a:close/>
                  </a:path>
                </a:pathLst>
              </a:custGeom>
              <a:solidFill>
                <a:srgbClr val="0B5BDB"/>
              </a:solidFill>
            </p:spPr>
          </p:sp>
          <p:sp>
            <p:nvSpPr>
              <p:cNvPr name="TextBox 28" id="28"/>
              <p:cNvSpPr txBox="true"/>
              <p:nvPr/>
            </p:nvSpPr>
            <p:spPr>
              <a:xfrm>
                <a:off x="0" y="-95250"/>
                <a:ext cx="395795" cy="488655"/>
              </a:xfrm>
              <a:prstGeom prst="rect">
                <a:avLst/>
              </a:prstGeom>
            </p:spPr>
            <p:txBody>
              <a:bodyPr anchor="ctr" rtlCol="false" tIns="50800" lIns="50800" bIns="50800" rIns="50800"/>
              <a:lstStyle/>
              <a:p>
                <a:pPr algn="ctr">
                  <a:lnSpc>
                    <a:spcPts val="7279"/>
                  </a:lnSpc>
                </a:pPr>
                <a:r>
                  <a:rPr lang="en-US" b="true" sz="5199">
                    <a:solidFill>
                      <a:srgbClr val="FFFFFF"/>
                    </a:solidFill>
                    <a:latin typeface="둥근펜 Bold"/>
                    <a:ea typeface="둥근펜 Bold"/>
                    <a:cs typeface="둥근펜 Bold"/>
                    <a:sym typeface="둥근펜 Bold"/>
                  </a:rPr>
                  <a:t>03</a:t>
                </a:r>
              </a:p>
            </p:txBody>
          </p:sp>
        </p:grpSp>
        <p:sp>
          <p:nvSpPr>
            <p:cNvPr name="TextBox 29" id="29"/>
            <p:cNvSpPr txBox="true"/>
            <p:nvPr/>
          </p:nvSpPr>
          <p:spPr>
            <a:xfrm rot="0">
              <a:off x="10172748" y="3055647"/>
              <a:ext cx="4058376" cy="740834"/>
            </a:xfrm>
            <a:prstGeom prst="rect">
              <a:avLst/>
            </a:prstGeom>
          </p:spPr>
          <p:txBody>
            <a:bodyPr anchor="t" rtlCol="false" tIns="0" lIns="0" bIns="0" rIns="0">
              <a:spAutoFit/>
            </a:bodyPr>
            <a:lstStyle/>
            <a:p>
              <a:pPr algn="ctr">
                <a:lnSpc>
                  <a:spcPts val="4549"/>
                </a:lnSpc>
              </a:pPr>
              <a:r>
                <a:rPr lang="en-US" b="true" sz="3499">
                  <a:solidFill>
                    <a:srgbClr val="000000"/>
                  </a:solidFill>
                  <a:latin typeface="둥근펜 Bold"/>
                  <a:ea typeface="둥근펜 Bold"/>
                  <a:cs typeface="둥근펜 Bold"/>
                  <a:sym typeface="둥근펜 Bold"/>
                </a:rPr>
                <a:t>정보 요약</a:t>
              </a:r>
            </a:p>
          </p:txBody>
        </p:sp>
        <p:sp>
          <p:nvSpPr>
            <p:cNvPr name="AutoShape 30" id="30"/>
            <p:cNvSpPr/>
            <p:nvPr/>
          </p:nvSpPr>
          <p:spPr>
            <a:xfrm flipV="true">
              <a:off x="10259913" y="4325762"/>
              <a:ext cx="3805430" cy="0"/>
            </a:xfrm>
            <a:prstGeom prst="line">
              <a:avLst/>
            </a:prstGeom>
            <a:ln cap="flat" w="25400">
              <a:solidFill>
                <a:srgbClr val="000000"/>
              </a:solidFill>
              <a:prstDash val="solid"/>
              <a:headEnd type="none" len="sm" w="sm"/>
              <a:tailEnd type="none" len="sm" w="sm"/>
            </a:ln>
          </p:spPr>
        </p:sp>
        <p:grpSp>
          <p:nvGrpSpPr>
            <p:cNvPr name="Group 31" id="31"/>
            <p:cNvGrpSpPr/>
            <p:nvPr/>
          </p:nvGrpSpPr>
          <p:grpSpPr>
            <a:xfrm rot="0">
              <a:off x="15047337" y="1695200"/>
              <a:ext cx="4344601" cy="5622836"/>
              <a:chOff x="0" y="0"/>
              <a:chExt cx="703593" cy="910598"/>
            </a:xfrm>
          </p:grpSpPr>
          <p:sp>
            <p:nvSpPr>
              <p:cNvPr name="Freeform 32" id="32"/>
              <p:cNvSpPr/>
              <p:nvPr/>
            </p:nvSpPr>
            <p:spPr>
              <a:xfrm flipH="false" flipV="false" rot="0">
                <a:off x="0" y="0"/>
                <a:ext cx="703593" cy="910598"/>
              </a:xfrm>
              <a:custGeom>
                <a:avLst/>
                <a:gdLst/>
                <a:ahLst/>
                <a:cxnLst/>
                <a:rect r="r" b="b" t="t" l="l"/>
                <a:pathLst>
                  <a:path h="910598" w="703593">
                    <a:moveTo>
                      <a:pt x="0" y="0"/>
                    </a:moveTo>
                    <a:lnTo>
                      <a:pt x="703593" y="0"/>
                    </a:lnTo>
                    <a:lnTo>
                      <a:pt x="703593" y="910598"/>
                    </a:lnTo>
                    <a:lnTo>
                      <a:pt x="0" y="910598"/>
                    </a:lnTo>
                    <a:close/>
                  </a:path>
                </a:pathLst>
              </a:custGeom>
              <a:solidFill>
                <a:srgbClr val="FAFAFA"/>
              </a:solidFill>
              <a:ln w="19050" cap="sq">
                <a:solidFill>
                  <a:srgbClr val="000000"/>
                </a:solidFill>
                <a:prstDash val="solid"/>
                <a:miter/>
              </a:ln>
            </p:spPr>
          </p:sp>
          <p:sp>
            <p:nvSpPr>
              <p:cNvPr name="TextBox 33" id="33"/>
              <p:cNvSpPr txBox="true"/>
              <p:nvPr/>
            </p:nvSpPr>
            <p:spPr>
              <a:xfrm>
                <a:off x="0" y="-38100"/>
                <a:ext cx="703593" cy="948698"/>
              </a:xfrm>
              <a:prstGeom prst="rect">
                <a:avLst/>
              </a:prstGeom>
            </p:spPr>
            <p:txBody>
              <a:bodyPr anchor="ctr" rtlCol="false" tIns="50800" lIns="50800" bIns="50800" rIns="50800"/>
              <a:lstStyle/>
              <a:p>
                <a:pPr algn="ctr">
                  <a:lnSpc>
                    <a:spcPts val="3499"/>
                  </a:lnSpc>
                </a:pPr>
              </a:p>
            </p:txBody>
          </p:sp>
        </p:grpSp>
        <p:grpSp>
          <p:nvGrpSpPr>
            <p:cNvPr name="Group 34" id="34"/>
            <p:cNvGrpSpPr/>
            <p:nvPr/>
          </p:nvGrpSpPr>
          <p:grpSpPr>
            <a:xfrm rot="0">
              <a:off x="15906792" y="0"/>
              <a:ext cx="2443986" cy="2429229"/>
              <a:chOff x="0" y="0"/>
              <a:chExt cx="395795" cy="393405"/>
            </a:xfrm>
          </p:grpSpPr>
          <p:sp>
            <p:nvSpPr>
              <p:cNvPr name="Freeform 35" id="35"/>
              <p:cNvSpPr/>
              <p:nvPr/>
            </p:nvSpPr>
            <p:spPr>
              <a:xfrm flipH="false" flipV="false" rot="0">
                <a:off x="0" y="0"/>
                <a:ext cx="395795" cy="393405"/>
              </a:xfrm>
              <a:custGeom>
                <a:avLst/>
                <a:gdLst/>
                <a:ahLst/>
                <a:cxnLst/>
                <a:rect r="r" b="b" t="t" l="l"/>
                <a:pathLst>
                  <a:path h="393405" w="395795">
                    <a:moveTo>
                      <a:pt x="196703" y="0"/>
                    </a:moveTo>
                    <a:lnTo>
                      <a:pt x="199092" y="0"/>
                    </a:lnTo>
                    <a:cubicBezTo>
                      <a:pt x="307728" y="0"/>
                      <a:pt x="395795" y="88067"/>
                      <a:pt x="395795" y="196703"/>
                    </a:cubicBezTo>
                    <a:lnTo>
                      <a:pt x="395795" y="196703"/>
                    </a:lnTo>
                    <a:cubicBezTo>
                      <a:pt x="395795" y="305338"/>
                      <a:pt x="307728" y="393405"/>
                      <a:pt x="199092" y="393405"/>
                    </a:cubicBezTo>
                    <a:lnTo>
                      <a:pt x="196703" y="393405"/>
                    </a:lnTo>
                    <a:cubicBezTo>
                      <a:pt x="88067" y="393405"/>
                      <a:pt x="0" y="305338"/>
                      <a:pt x="0" y="196703"/>
                    </a:cubicBezTo>
                    <a:lnTo>
                      <a:pt x="0" y="196703"/>
                    </a:lnTo>
                    <a:cubicBezTo>
                      <a:pt x="0" y="88067"/>
                      <a:pt x="88067" y="0"/>
                      <a:pt x="196703" y="0"/>
                    </a:cubicBezTo>
                    <a:close/>
                  </a:path>
                </a:pathLst>
              </a:custGeom>
              <a:solidFill>
                <a:srgbClr val="0B5BDB"/>
              </a:solidFill>
            </p:spPr>
          </p:sp>
          <p:sp>
            <p:nvSpPr>
              <p:cNvPr name="TextBox 36" id="36"/>
              <p:cNvSpPr txBox="true"/>
              <p:nvPr/>
            </p:nvSpPr>
            <p:spPr>
              <a:xfrm>
                <a:off x="0" y="-95250"/>
                <a:ext cx="395795" cy="488655"/>
              </a:xfrm>
              <a:prstGeom prst="rect">
                <a:avLst/>
              </a:prstGeom>
            </p:spPr>
            <p:txBody>
              <a:bodyPr anchor="ctr" rtlCol="false" tIns="50800" lIns="50800" bIns="50800" rIns="50800"/>
              <a:lstStyle/>
              <a:p>
                <a:pPr algn="ctr">
                  <a:lnSpc>
                    <a:spcPts val="7279"/>
                  </a:lnSpc>
                </a:pPr>
                <a:r>
                  <a:rPr lang="en-US" b="true" sz="5199">
                    <a:solidFill>
                      <a:srgbClr val="FFFFFF"/>
                    </a:solidFill>
                    <a:latin typeface="둥근펜 Bold"/>
                    <a:ea typeface="둥근펜 Bold"/>
                    <a:cs typeface="둥근펜 Bold"/>
                    <a:sym typeface="둥근펜 Bold"/>
                  </a:rPr>
                  <a:t>04</a:t>
                </a:r>
              </a:p>
            </p:txBody>
          </p:sp>
        </p:grpSp>
        <p:sp>
          <p:nvSpPr>
            <p:cNvPr name="TextBox 37" id="37"/>
            <p:cNvSpPr txBox="true"/>
            <p:nvPr/>
          </p:nvSpPr>
          <p:spPr>
            <a:xfrm rot="0">
              <a:off x="15190449" y="3055647"/>
              <a:ext cx="4058376" cy="740834"/>
            </a:xfrm>
            <a:prstGeom prst="rect">
              <a:avLst/>
            </a:prstGeom>
          </p:spPr>
          <p:txBody>
            <a:bodyPr anchor="t" rtlCol="false" tIns="0" lIns="0" bIns="0" rIns="0">
              <a:spAutoFit/>
            </a:bodyPr>
            <a:lstStyle/>
            <a:p>
              <a:pPr algn="ctr">
                <a:lnSpc>
                  <a:spcPts val="4549"/>
                </a:lnSpc>
              </a:pPr>
              <a:r>
                <a:rPr lang="en-US" b="true" sz="3499">
                  <a:solidFill>
                    <a:srgbClr val="000000"/>
                  </a:solidFill>
                  <a:latin typeface="둥근펜 Bold"/>
                  <a:ea typeface="둥근펜 Bold"/>
                  <a:cs typeface="둥근펜 Bold"/>
                  <a:sym typeface="둥근펜 Bold"/>
                </a:rPr>
                <a:t> 디자인 일관성</a:t>
              </a:r>
            </a:p>
          </p:txBody>
        </p:sp>
        <p:sp>
          <p:nvSpPr>
            <p:cNvPr name="AutoShape 38" id="38"/>
            <p:cNvSpPr/>
            <p:nvPr/>
          </p:nvSpPr>
          <p:spPr>
            <a:xfrm flipV="true">
              <a:off x="15277615" y="4325762"/>
              <a:ext cx="3805430" cy="0"/>
            </a:xfrm>
            <a:prstGeom prst="line">
              <a:avLst/>
            </a:prstGeom>
            <a:ln cap="flat" w="25400">
              <a:solidFill>
                <a:srgbClr val="000000"/>
              </a:solidFill>
              <a:prstDash val="solid"/>
              <a:headEnd type="none" len="sm" w="sm"/>
              <a:tailEnd type="none" len="sm" w="sm"/>
            </a:ln>
          </p:spPr>
        </p:sp>
      </p:grpSp>
      <p:sp>
        <p:nvSpPr>
          <p:cNvPr name="Freeform 39" id="39"/>
          <p:cNvSpPr/>
          <p:nvPr/>
        </p:nvSpPr>
        <p:spPr>
          <a:xfrm flipH="false" flipV="false" rot="0">
            <a:off x="3098909" y="7127083"/>
            <a:ext cx="1408541" cy="1421463"/>
          </a:xfrm>
          <a:custGeom>
            <a:avLst/>
            <a:gdLst/>
            <a:ahLst/>
            <a:cxnLst/>
            <a:rect r="r" b="b" t="t" l="l"/>
            <a:pathLst>
              <a:path h="1421463" w="1408541">
                <a:moveTo>
                  <a:pt x="0" y="0"/>
                </a:moveTo>
                <a:lnTo>
                  <a:pt x="1408541" y="0"/>
                </a:lnTo>
                <a:lnTo>
                  <a:pt x="1408541" y="1421463"/>
                </a:lnTo>
                <a:lnTo>
                  <a:pt x="0" y="14214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0" id="40"/>
          <p:cNvSpPr/>
          <p:nvPr/>
        </p:nvSpPr>
        <p:spPr>
          <a:xfrm flipH="false" flipV="false" rot="0">
            <a:off x="6907750" y="7100340"/>
            <a:ext cx="1100637" cy="1448206"/>
          </a:xfrm>
          <a:custGeom>
            <a:avLst/>
            <a:gdLst/>
            <a:ahLst/>
            <a:cxnLst/>
            <a:rect r="r" b="b" t="t" l="l"/>
            <a:pathLst>
              <a:path h="1448206" w="1100637">
                <a:moveTo>
                  <a:pt x="0" y="0"/>
                </a:moveTo>
                <a:lnTo>
                  <a:pt x="1100636" y="0"/>
                </a:lnTo>
                <a:lnTo>
                  <a:pt x="1100636" y="1448206"/>
                </a:lnTo>
                <a:lnTo>
                  <a:pt x="0" y="14482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1" id="41"/>
          <p:cNvSpPr/>
          <p:nvPr/>
        </p:nvSpPr>
        <p:spPr>
          <a:xfrm flipH="false" flipV="false" rot="0">
            <a:off x="10408686" y="7223686"/>
            <a:ext cx="1626297" cy="1283296"/>
          </a:xfrm>
          <a:custGeom>
            <a:avLst/>
            <a:gdLst/>
            <a:ahLst/>
            <a:cxnLst/>
            <a:rect r="r" b="b" t="t" l="l"/>
            <a:pathLst>
              <a:path h="1283296" w="1626297">
                <a:moveTo>
                  <a:pt x="0" y="0"/>
                </a:moveTo>
                <a:lnTo>
                  <a:pt x="1626298" y="0"/>
                </a:lnTo>
                <a:lnTo>
                  <a:pt x="1626298" y="1283296"/>
                </a:lnTo>
                <a:lnTo>
                  <a:pt x="0" y="12832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2" id="42"/>
          <p:cNvSpPr/>
          <p:nvPr/>
        </p:nvSpPr>
        <p:spPr>
          <a:xfrm flipH="false" flipV="false" rot="0">
            <a:off x="14435284" y="7100340"/>
            <a:ext cx="1093245" cy="1529987"/>
          </a:xfrm>
          <a:custGeom>
            <a:avLst/>
            <a:gdLst/>
            <a:ahLst/>
            <a:cxnLst/>
            <a:rect r="r" b="b" t="t" l="l"/>
            <a:pathLst>
              <a:path h="1529987" w="1093245">
                <a:moveTo>
                  <a:pt x="0" y="0"/>
                </a:moveTo>
                <a:lnTo>
                  <a:pt x="1093245" y="0"/>
                </a:lnTo>
                <a:lnTo>
                  <a:pt x="1093245" y="1529987"/>
                </a:lnTo>
                <a:lnTo>
                  <a:pt x="0" y="15299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3" id="43"/>
          <p:cNvSpPr txBox="true"/>
          <p:nvPr/>
        </p:nvSpPr>
        <p:spPr>
          <a:xfrm rot="0">
            <a:off x="4588337" y="1292461"/>
            <a:ext cx="9111326" cy="752475"/>
          </a:xfrm>
          <a:prstGeom prst="rect">
            <a:avLst/>
          </a:prstGeom>
        </p:spPr>
        <p:txBody>
          <a:bodyPr anchor="t" rtlCol="false" tIns="0" lIns="0" bIns="0" rIns="0">
            <a:spAutoFit/>
          </a:bodyPr>
          <a:lstStyle/>
          <a:p>
            <a:pPr algn="ctr">
              <a:lnSpc>
                <a:spcPts val="5999"/>
              </a:lnSpc>
            </a:pPr>
            <a:r>
              <a:rPr lang="en-US" b="true" sz="4999">
                <a:solidFill>
                  <a:srgbClr val="0B5BDB"/>
                </a:solidFill>
                <a:latin typeface="둥근펜 Bold"/>
                <a:ea typeface="둥근펜 Bold"/>
                <a:cs typeface="둥근펜 Bold"/>
                <a:sym typeface="둥근펜 Bold"/>
              </a:rPr>
              <a:t>아이콘으로 표현한 레이아웃</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EAEFF0"/>
        </a:solidFill>
      </p:bgPr>
    </p:bg>
    <p:spTree>
      <p:nvGrpSpPr>
        <p:cNvPr id="1" name=""/>
        <p:cNvGrpSpPr/>
        <p:nvPr/>
      </p:nvGrpSpPr>
      <p:grpSpPr>
        <a:xfrm>
          <a:off x="0" y="0"/>
          <a:ext cx="0" cy="0"/>
          <a:chOff x="0" y="0"/>
          <a:chExt cx="0" cy="0"/>
        </a:xfrm>
      </p:grpSpPr>
      <p:grpSp>
        <p:nvGrpSpPr>
          <p:cNvPr name="Group 2" id="2"/>
          <p:cNvGrpSpPr/>
          <p:nvPr/>
        </p:nvGrpSpPr>
        <p:grpSpPr>
          <a:xfrm rot="0">
            <a:off x="461169" y="408679"/>
            <a:ext cx="17365662" cy="9469643"/>
            <a:chOff x="0" y="0"/>
            <a:chExt cx="4573672" cy="2494062"/>
          </a:xfrm>
        </p:grpSpPr>
        <p:sp>
          <p:nvSpPr>
            <p:cNvPr name="Freeform 3" id="3"/>
            <p:cNvSpPr/>
            <p:nvPr/>
          </p:nvSpPr>
          <p:spPr>
            <a:xfrm flipH="false" flipV="false" rot="0">
              <a:off x="0" y="0"/>
              <a:ext cx="4573672" cy="2494062"/>
            </a:xfrm>
            <a:custGeom>
              <a:avLst/>
              <a:gdLst/>
              <a:ahLst/>
              <a:cxnLst/>
              <a:rect r="r" b="b" t="t" l="l"/>
              <a:pathLst>
                <a:path h="2494062" w="4573672">
                  <a:moveTo>
                    <a:pt x="0" y="0"/>
                  </a:moveTo>
                  <a:lnTo>
                    <a:pt x="4573672" y="0"/>
                  </a:lnTo>
                  <a:lnTo>
                    <a:pt x="4573672" y="2494062"/>
                  </a:lnTo>
                  <a:lnTo>
                    <a:pt x="0" y="2494062"/>
                  </a:lnTo>
                  <a:close/>
                </a:path>
              </a:pathLst>
            </a:custGeom>
            <a:solidFill>
              <a:srgbClr val="FFFFFF"/>
            </a:solidFill>
            <a:ln w="9525" cap="sq">
              <a:solidFill>
                <a:srgbClr val="000000"/>
              </a:solidFill>
              <a:prstDash val="solid"/>
              <a:miter/>
            </a:ln>
          </p:spPr>
        </p:sp>
        <p:sp>
          <p:nvSpPr>
            <p:cNvPr name="TextBox 4" id="4"/>
            <p:cNvSpPr txBox="true"/>
            <p:nvPr/>
          </p:nvSpPr>
          <p:spPr>
            <a:xfrm>
              <a:off x="0" y="-142875"/>
              <a:ext cx="4573672" cy="2636937"/>
            </a:xfrm>
            <a:prstGeom prst="rect">
              <a:avLst/>
            </a:prstGeom>
          </p:spPr>
          <p:txBody>
            <a:bodyPr anchor="ctr" rtlCol="false" tIns="50800" lIns="50800" bIns="50800" rIns="50800"/>
            <a:lstStyle/>
            <a:p>
              <a:pPr algn="ctr">
                <a:lnSpc>
                  <a:spcPts val="5669"/>
                </a:lnSpc>
              </a:pPr>
            </a:p>
          </p:txBody>
        </p:sp>
      </p:grpSp>
      <p:sp>
        <p:nvSpPr>
          <p:cNvPr name="TextBox 5" id="5"/>
          <p:cNvSpPr txBox="true"/>
          <p:nvPr/>
        </p:nvSpPr>
        <p:spPr>
          <a:xfrm rot="0">
            <a:off x="4677309" y="4138631"/>
            <a:ext cx="8933383" cy="2009738"/>
          </a:xfrm>
          <a:prstGeom prst="rect">
            <a:avLst/>
          </a:prstGeom>
        </p:spPr>
        <p:txBody>
          <a:bodyPr anchor="t" rtlCol="false" tIns="0" lIns="0" bIns="0" rIns="0">
            <a:spAutoFit/>
          </a:bodyPr>
          <a:lstStyle/>
          <a:p>
            <a:pPr algn="ctr" marL="0" indent="0" lvl="0">
              <a:lnSpc>
                <a:spcPts val="15889"/>
              </a:lnSpc>
              <a:spcBef>
                <a:spcPct val="0"/>
              </a:spcBef>
            </a:pPr>
            <a:r>
              <a:rPr lang="en-US" b="true" sz="13241" spc="119">
                <a:solidFill>
                  <a:srgbClr val="0B5BDB"/>
                </a:solidFill>
                <a:latin typeface="둥근펜 Bold"/>
                <a:ea typeface="둥근펜 Bold"/>
                <a:cs typeface="둥근펜 Bold"/>
                <a:sym typeface="둥근펜 Bold"/>
              </a:rPr>
              <a:t>THANK YOU</a:t>
            </a:r>
          </a:p>
        </p:txBody>
      </p:sp>
      <p:sp>
        <p:nvSpPr>
          <p:cNvPr name="TextBox 6" id="6"/>
          <p:cNvSpPr txBox="true"/>
          <p:nvPr/>
        </p:nvSpPr>
        <p:spPr>
          <a:xfrm rot="0">
            <a:off x="7762194" y="9103983"/>
            <a:ext cx="4236194" cy="280655"/>
          </a:xfrm>
          <a:prstGeom prst="rect">
            <a:avLst/>
          </a:prstGeom>
        </p:spPr>
        <p:txBody>
          <a:bodyPr anchor="t" rtlCol="false" tIns="0" lIns="0" bIns="0" rIns="0">
            <a:spAutoFit/>
          </a:bodyPr>
          <a:lstStyle/>
          <a:p>
            <a:pPr algn="l">
              <a:lnSpc>
                <a:spcPts val="2098"/>
              </a:lnSpc>
            </a:pPr>
            <a:r>
              <a:rPr lang="en-US" sz="2528" spc="80" b="true">
                <a:solidFill>
                  <a:srgbClr val="000000"/>
                </a:solidFill>
                <a:latin typeface="둥근펜 Bold"/>
                <a:ea typeface="둥근펜 Bold"/>
                <a:cs typeface="둥근펜 Bold"/>
                <a:sym typeface="둥근펜 Bold"/>
              </a:rPr>
              <a:t>hello@reallygreatsite.com</a:t>
            </a:r>
          </a:p>
        </p:txBody>
      </p:sp>
      <p:sp>
        <p:nvSpPr>
          <p:cNvPr name="TextBox 7" id="7"/>
          <p:cNvSpPr txBox="true"/>
          <p:nvPr/>
        </p:nvSpPr>
        <p:spPr>
          <a:xfrm rot="0">
            <a:off x="6289612" y="9094458"/>
            <a:ext cx="1673566" cy="301207"/>
          </a:xfrm>
          <a:prstGeom prst="rect">
            <a:avLst/>
          </a:prstGeom>
        </p:spPr>
        <p:txBody>
          <a:bodyPr anchor="t" rtlCol="false" tIns="0" lIns="0" bIns="0" rIns="0">
            <a:spAutoFit/>
          </a:bodyPr>
          <a:lstStyle/>
          <a:p>
            <a:pPr algn="ctr">
              <a:lnSpc>
                <a:spcPts val="2122"/>
              </a:lnSpc>
            </a:pPr>
            <a:r>
              <a:rPr lang="en-US" b="true" sz="2557" spc="81">
                <a:solidFill>
                  <a:srgbClr val="3160D8"/>
                </a:solidFill>
                <a:latin typeface="둥근펜 Bold"/>
                <a:ea typeface="둥근펜 Bold"/>
                <a:cs typeface="둥근펜 Bold"/>
                <a:sym typeface="둥근펜 Bold"/>
              </a:rPr>
              <a:t>EMAIL</a:t>
            </a:r>
          </a:p>
        </p:txBody>
      </p:sp>
      <p:sp>
        <p:nvSpPr>
          <p:cNvPr name="AutoShape 8" id="8"/>
          <p:cNvSpPr/>
          <p:nvPr/>
        </p:nvSpPr>
        <p:spPr>
          <a:xfrm>
            <a:off x="1028700" y="8585420"/>
            <a:ext cx="16230600" cy="0"/>
          </a:xfrm>
          <a:prstGeom prst="line">
            <a:avLst/>
          </a:prstGeom>
          <a:ln cap="flat" w="38100">
            <a:solidFill>
              <a:srgbClr val="79838F"/>
            </a:solidFill>
            <a:prstDash val="solid"/>
            <a:headEnd type="none" len="sm" w="sm"/>
            <a:tailEnd type="none" len="sm" w="sm"/>
          </a:ln>
        </p:spPr>
      </p:sp>
      <p:sp>
        <p:nvSpPr>
          <p:cNvPr name="TextBox 9" id="9"/>
          <p:cNvSpPr txBox="true"/>
          <p:nvPr/>
        </p:nvSpPr>
        <p:spPr>
          <a:xfrm rot="0">
            <a:off x="1232404" y="8850144"/>
            <a:ext cx="4311761" cy="552183"/>
          </a:xfrm>
          <a:prstGeom prst="rect">
            <a:avLst/>
          </a:prstGeom>
        </p:spPr>
        <p:txBody>
          <a:bodyPr anchor="t" rtlCol="false" tIns="0" lIns="0" bIns="0" rIns="0">
            <a:spAutoFit/>
          </a:bodyPr>
          <a:lstStyle/>
          <a:p>
            <a:pPr algn="l" marL="0" indent="0" lvl="0">
              <a:lnSpc>
                <a:spcPts val="465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DAHXaJRAMhE</dc:identifier>
  <dcterms:modified xsi:type="dcterms:W3CDTF">2011-08-01T06:04:30Z</dcterms:modified>
  <cp:revision>1</cp:revision>
  <dc:title>검은색과 파란색 미니멀한 프레젠테이션 발표</dc:title>
</cp:coreProperties>
</file>